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69" r:id="rId4"/>
    <p:sldId id="263" r:id="rId5"/>
    <p:sldId id="264" r:id="rId6"/>
    <p:sldId id="268" r:id="rId7"/>
    <p:sldId id="265" r:id="rId8"/>
    <p:sldId id="267" r:id="rId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086"/>
    <p:restoredTop sz="79619" autoAdjust="0"/>
  </p:normalViewPr>
  <p:slideViewPr>
    <p:cSldViewPr snapToGrid="0" snapToObjects="1">
      <p:cViewPr>
        <p:scale>
          <a:sx n="99" d="100"/>
          <a:sy n="99" d="100"/>
        </p:scale>
        <p:origin x="891" y="-52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803244-0684-4353-B58A-244A29DDDB7D}" type="datetimeFigureOut">
              <a:rPr lang="en-US" smtClean="0"/>
              <a:t>11/24/2025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D97FD4-6F73-4083-8F21-826E635F1088}" type="slidenum">
              <a:rPr lang="en-US" smtClean="0"/>
              <a:t>‹#›</a:t>
            </a:fld>
            <a:endParaRPr lang="en-US"/>
          </a:p>
        </p:txBody>
      </p:sp>
    </p:spTree>
    <p:extLst>
      <p:ext uri="{BB962C8B-B14F-4D97-AF65-F5344CB8AC3E}">
        <p14:creationId xmlns:p14="http://schemas.microsoft.com/office/powerpoint/2010/main" val="3172125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my name is Chase Hall, and this is my final project: </a:t>
            </a:r>
            <a:r>
              <a:rPr lang="en-US" i="1" dirty="0"/>
              <a:t>Road Sign Detection with YOLOv11</a:t>
            </a:r>
            <a:r>
              <a:rPr lang="en-US" dirty="0"/>
              <a:t>.</a:t>
            </a:r>
          </a:p>
        </p:txBody>
      </p:sp>
      <p:sp>
        <p:nvSpPr>
          <p:cNvPr id="4" name="Slide Number Placeholder 3"/>
          <p:cNvSpPr>
            <a:spLocks noGrp="1"/>
          </p:cNvSpPr>
          <p:nvPr>
            <p:ph type="sldNum" sz="quarter" idx="5"/>
          </p:nvPr>
        </p:nvSpPr>
        <p:spPr/>
        <p:txBody>
          <a:bodyPr/>
          <a:lstStyle/>
          <a:p>
            <a:fld id="{66D97FD4-6F73-4083-8F21-826E635F1088}" type="slidenum">
              <a:rPr lang="en-US" smtClean="0"/>
              <a:t>1</a:t>
            </a:fld>
            <a:endParaRPr lang="en-US"/>
          </a:p>
        </p:txBody>
      </p:sp>
    </p:spTree>
    <p:extLst>
      <p:ext uri="{BB962C8B-B14F-4D97-AF65-F5344CB8AC3E}">
        <p14:creationId xmlns:p14="http://schemas.microsoft.com/office/powerpoint/2010/main" val="17132679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used a Roboflow dataset called </a:t>
            </a:r>
            <a:r>
              <a:rPr lang="en-US" i="1" dirty="0"/>
              <a:t>road-sign</a:t>
            </a:r>
            <a:r>
              <a:rPr lang="en-US" dirty="0"/>
              <a:t> I found on </a:t>
            </a:r>
            <a:r>
              <a:rPr lang="en-US" dirty="0" err="1"/>
              <a:t>roboflow</a:t>
            </a:r>
            <a:r>
              <a:rPr lang="en-US" dirty="0"/>
              <a:t> explore by new-workspace. It has </a:t>
            </a:r>
            <a:r>
              <a:rPr lang="en-US" b="1" dirty="0"/>
              <a:t>four classes</a:t>
            </a:r>
            <a:r>
              <a:rPr lang="en-US" dirty="0"/>
              <a:t>: crosswalk, speed limit, stop sign, and traffic light. The images are typical street scenes with different angles, distances, and lighting conditions.</a:t>
            </a:r>
          </a:p>
          <a:p>
            <a:r>
              <a:rPr lang="en-US" dirty="0"/>
              <a:t>The dataset was exported in YOLOv11 format, so each image has a matching text file with the bounding boxes and class labels. The validation set that I evaluated on has </a:t>
            </a:r>
            <a:r>
              <a:rPr lang="en-US" b="1" dirty="0"/>
              <a:t>174 images and 232 labeled signs</a:t>
            </a:r>
            <a:r>
              <a:rPr lang="en-US" dirty="0"/>
              <a:t>, so on average there are a bit more than one sign per image.</a:t>
            </a:r>
          </a:p>
          <a:p>
            <a:r>
              <a:rPr lang="en-US" dirty="0"/>
              <a:t>Some of the main challenges in the dataset are small or far-away signs, glare and shadows on the signs, and cluttered backgrounds where other objects can look similar. These issues show up later in the results, especially for the smaller or harder classes.</a:t>
            </a:r>
          </a:p>
          <a:p>
            <a:endParaRPr lang="en-US" dirty="0"/>
          </a:p>
        </p:txBody>
      </p:sp>
      <p:sp>
        <p:nvSpPr>
          <p:cNvPr id="4" name="Slide Number Placeholder 3"/>
          <p:cNvSpPr>
            <a:spLocks noGrp="1"/>
          </p:cNvSpPr>
          <p:nvPr>
            <p:ph type="sldNum" sz="quarter" idx="5"/>
          </p:nvPr>
        </p:nvSpPr>
        <p:spPr/>
        <p:txBody>
          <a:bodyPr/>
          <a:lstStyle/>
          <a:p>
            <a:fld id="{66D97FD4-6F73-4083-8F21-826E635F1088}" type="slidenum">
              <a:rPr lang="en-US" smtClean="0"/>
              <a:t>2</a:t>
            </a:fld>
            <a:endParaRPr lang="en-US"/>
          </a:p>
        </p:txBody>
      </p:sp>
    </p:spTree>
    <p:extLst>
      <p:ext uri="{BB962C8B-B14F-4D97-AF65-F5344CB8AC3E}">
        <p14:creationId xmlns:p14="http://schemas.microsoft.com/office/powerpoint/2010/main" val="31756317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model, I used </a:t>
            </a:r>
            <a:r>
              <a:rPr lang="en-US" b="1" dirty="0"/>
              <a:t>YOLOv11n. </a:t>
            </a:r>
            <a:r>
              <a:rPr lang="en-US" dirty="0"/>
              <a:t>I trained the model with an </a:t>
            </a:r>
            <a:r>
              <a:rPr lang="en-US" b="1" dirty="0"/>
              <a:t>input size of 640 by 640</a:t>
            </a:r>
            <a:r>
              <a:rPr lang="en-US" dirty="0"/>
              <a:t>, using the </a:t>
            </a:r>
            <a:r>
              <a:rPr lang="en-US" sz="1200" kern="1200" dirty="0" err="1">
                <a:solidFill>
                  <a:schemeClr val="tx1"/>
                </a:solidFill>
                <a:latin typeface="+mn-lt"/>
                <a:ea typeface="+mn-ea"/>
                <a:cs typeface="+mn-cs"/>
              </a:rPr>
              <a:t>data.yaml</a:t>
            </a:r>
            <a:r>
              <a:rPr lang="en-US" dirty="0"/>
              <a:t> file generated by Roboflow to define the classes and paths. The training configuration was </a:t>
            </a:r>
            <a:r>
              <a:rPr lang="en-US" b="1" dirty="0"/>
              <a:t>25 epochs</a:t>
            </a:r>
            <a:r>
              <a:rPr lang="en-US" dirty="0"/>
              <a:t>, </a:t>
            </a:r>
            <a:r>
              <a:rPr lang="en-US" b="1" dirty="0"/>
              <a:t>batch size 16</a:t>
            </a:r>
            <a:r>
              <a:rPr lang="en-US" dirty="0"/>
              <a:t>, and I ran it in </a:t>
            </a:r>
            <a:r>
              <a:rPr lang="en-US" b="1" dirty="0"/>
              <a:t>Google Colab.</a:t>
            </a:r>
          </a:p>
          <a:p>
            <a:r>
              <a:rPr lang="en-US" dirty="0"/>
              <a:t>trained for </a:t>
            </a:r>
            <a:r>
              <a:rPr lang="en-US" b="1" dirty="0"/>
              <a:t>25 epochs</a:t>
            </a:r>
            <a:r>
              <a:rPr lang="en-US" dirty="0"/>
              <a:t> because, with a relatively small road-sign dataset, YOLOv11n converges fairly quickly. Beyond ~25–30 epochs, you usually start seeing diminishing returns and more risk of overfitting, while wasting extra GPU time. So 25 was a good balance between model quality and practical training time in Colab.”</a:t>
            </a:r>
          </a:p>
          <a:p>
            <a:r>
              <a:rPr lang="en-US" dirty="0"/>
              <a:t>“I used a </a:t>
            </a:r>
            <a:r>
              <a:rPr lang="en-US" b="1" dirty="0"/>
              <a:t>batch size of 16</a:t>
            </a:r>
            <a:r>
              <a:rPr lang="en-US" dirty="0"/>
              <a:t> to balance GPU memory and training stability. On the Colab T4 with 640×640 images, a batch of 16 fits in memory comfortably and gives smooth, stable gradient updates. Smaller batches would make training noisier and slower; much larger batches would likely run into memory issues.”</a:t>
            </a:r>
          </a:p>
        </p:txBody>
      </p:sp>
      <p:sp>
        <p:nvSpPr>
          <p:cNvPr id="4" name="Slide Number Placeholder 3"/>
          <p:cNvSpPr>
            <a:spLocks noGrp="1"/>
          </p:cNvSpPr>
          <p:nvPr>
            <p:ph type="sldNum" sz="quarter" idx="5"/>
          </p:nvPr>
        </p:nvSpPr>
        <p:spPr/>
        <p:txBody>
          <a:bodyPr/>
          <a:lstStyle/>
          <a:p>
            <a:fld id="{66D97FD4-6F73-4083-8F21-826E635F1088}" type="slidenum">
              <a:rPr lang="en-US" smtClean="0"/>
              <a:t>4</a:t>
            </a:fld>
            <a:endParaRPr lang="en-US"/>
          </a:p>
        </p:txBody>
      </p:sp>
    </p:spTree>
    <p:extLst>
      <p:ext uri="{BB962C8B-B14F-4D97-AF65-F5344CB8AC3E}">
        <p14:creationId xmlns:p14="http://schemas.microsoft.com/office/powerpoint/2010/main" val="38987224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for the results. These numbers are from the </a:t>
            </a:r>
            <a:r>
              <a:rPr lang="en-US" b="1" dirty="0"/>
              <a:t>validation set</a:t>
            </a:r>
            <a:r>
              <a:rPr lang="en-US" dirty="0"/>
              <a:t>, which had 174 images and 232 labeled road signs.</a:t>
            </a:r>
          </a:p>
          <a:p>
            <a:r>
              <a:rPr lang="en-US" dirty="0"/>
              <a:t>Overall, the model did quite well:</a:t>
            </a:r>
          </a:p>
          <a:p>
            <a:r>
              <a:rPr lang="en-US" dirty="0"/>
              <a:t>The </a:t>
            </a:r>
            <a:r>
              <a:rPr lang="en-US" b="1" dirty="0"/>
              <a:t>mean precision</a:t>
            </a:r>
            <a:r>
              <a:rPr lang="en-US" dirty="0"/>
              <a:t> was about </a:t>
            </a:r>
            <a:r>
              <a:rPr lang="en-US" b="1" dirty="0"/>
              <a:t>0.968</a:t>
            </a:r>
            <a:r>
              <a:rPr lang="en-US" dirty="0"/>
              <a:t>, or 97%. That means when the model predicts a sign, it’s usually correct.</a:t>
            </a:r>
          </a:p>
          <a:p>
            <a:r>
              <a:rPr lang="en-US" dirty="0"/>
              <a:t>The </a:t>
            </a:r>
            <a:r>
              <a:rPr lang="en-US" b="1" dirty="0"/>
              <a:t>mean recall</a:t>
            </a:r>
            <a:r>
              <a:rPr lang="en-US" dirty="0"/>
              <a:t> was about </a:t>
            </a:r>
            <a:r>
              <a:rPr lang="en-US" b="1" dirty="0"/>
              <a:t>0.943</a:t>
            </a:r>
            <a:r>
              <a:rPr lang="en-US" dirty="0"/>
              <a:t>, or 94%, which means it finds most of the signs that are actually there.</a:t>
            </a:r>
          </a:p>
          <a:p>
            <a:r>
              <a:rPr lang="en-US" dirty="0"/>
              <a:t>The </a:t>
            </a:r>
            <a:r>
              <a:rPr lang="en-US" b="1" dirty="0" err="1"/>
              <a:t>mAP</a:t>
            </a:r>
            <a:r>
              <a:rPr lang="en-US" b="1" dirty="0"/>
              <a:t> at 0.5 </a:t>
            </a:r>
            <a:r>
              <a:rPr lang="en-US" b="1" dirty="0" err="1"/>
              <a:t>IoU</a:t>
            </a:r>
            <a:r>
              <a:rPr lang="en-US" dirty="0"/>
              <a:t> was </a:t>
            </a:r>
            <a:r>
              <a:rPr lang="en-US" b="1" dirty="0"/>
              <a:t>0.957</a:t>
            </a:r>
            <a:r>
              <a:rPr lang="en-US" dirty="0"/>
              <a:t>, which is strong, and the stricter </a:t>
            </a:r>
            <a:r>
              <a:rPr lang="en-US" b="1" dirty="0"/>
              <a:t>mAP@0.5:0.95</a:t>
            </a:r>
            <a:r>
              <a:rPr lang="en-US" dirty="0"/>
              <a:t> was </a:t>
            </a:r>
            <a:r>
              <a:rPr lang="en-US" b="1" dirty="0"/>
              <a:t>0.811</a:t>
            </a:r>
            <a:r>
              <a:rPr lang="en-US" dirty="0"/>
              <a:t>, showing that performance is still solid even when we demand more precise localization.</a:t>
            </a:r>
          </a:p>
          <a:p>
            <a:r>
              <a:rPr lang="en-US" dirty="0"/>
              <a:t>Looking at the classes individually, speed limit and stop signs are the easiest for the model: they have very high precision and recall, close to 99–100%. Crosswalks also perform well but with slightly lower recall. The hardest class is </a:t>
            </a:r>
            <a:r>
              <a:rPr lang="en-US" b="1" dirty="0"/>
              <a:t>traffic lights</a:t>
            </a:r>
            <a:r>
              <a:rPr lang="en-US" dirty="0"/>
              <a:t>, which have lower localization quality, especially at the stricter </a:t>
            </a:r>
            <a:r>
              <a:rPr lang="en-US" dirty="0" err="1"/>
              <a:t>IoU</a:t>
            </a:r>
            <a:r>
              <a:rPr lang="en-US" dirty="0"/>
              <a:t> thresholds. That usually comes from their small size in the image and more clutter around them.</a:t>
            </a:r>
          </a:p>
          <a:p>
            <a:endParaRPr lang="en-US" dirty="0"/>
          </a:p>
        </p:txBody>
      </p:sp>
      <p:sp>
        <p:nvSpPr>
          <p:cNvPr id="4" name="Slide Number Placeholder 3"/>
          <p:cNvSpPr>
            <a:spLocks noGrp="1"/>
          </p:cNvSpPr>
          <p:nvPr>
            <p:ph type="sldNum" sz="quarter" idx="5"/>
          </p:nvPr>
        </p:nvSpPr>
        <p:spPr/>
        <p:txBody>
          <a:bodyPr/>
          <a:lstStyle/>
          <a:p>
            <a:fld id="{66D97FD4-6F73-4083-8F21-826E635F1088}" type="slidenum">
              <a:rPr lang="en-US" smtClean="0"/>
              <a:t>5</a:t>
            </a:fld>
            <a:endParaRPr lang="en-US"/>
          </a:p>
        </p:txBody>
      </p:sp>
    </p:spTree>
    <p:extLst>
      <p:ext uri="{BB962C8B-B14F-4D97-AF65-F5344CB8AC3E}">
        <p14:creationId xmlns:p14="http://schemas.microsoft.com/office/powerpoint/2010/main" val="16730115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 I want to connect this to drone and mapping applications.</a:t>
            </a:r>
          </a:p>
          <a:p>
            <a:r>
              <a:rPr lang="en-US" dirty="0"/>
              <a:t>Even though this project was trained and tested on static images, the idea is that a similar model could run on a </a:t>
            </a:r>
            <a:r>
              <a:rPr lang="en-US" b="1" dirty="0"/>
              <a:t>drone</a:t>
            </a:r>
            <a:r>
              <a:rPr lang="en-US" dirty="0"/>
              <a:t> flying over roads or a campus. As the drone captures images or video, the model could detect road signs in real time.</a:t>
            </a:r>
          </a:p>
          <a:p>
            <a:r>
              <a:rPr lang="en-US" dirty="0"/>
              <a:t>If you combine that with a mapping tool, like we used earlier in the course for 3D mapping, you could </a:t>
            </a:r>
            <a:r>
              <a:rPr lang="en-US" b="1" dirty="0"/>
              <a:t>geotag each detection</a:t>
            </a:r>
            <a:r>
              <a:rPr lang="en-US" dirty="0"/>
              <a:t>. That would let you build a map layer showing where crosswalks, speed limit signs, stop signs, and traffic lights are located.</a:t>
            </a:r>
          </a:p>
          <a:p>
            <a:r>
              <a:rPr lang="en-US" dirty="0"/>
              <a:t>This could be useful for updating a city’s road sign inventory, checking for missing or damaged signs, or supporting navigation systems. The main limitation is altitude and distance: from higher up, the signs get tiny in the images, which is exactly the kind of scenario where the model struggles more. So there’s a trade-off between flight height, coverage, and detection reliability.</a:t>
            </a:r>
          </a:p>
          <a:p>
            <a:endParaRPr lang="en-US" dirty="0"/>
          </a:p>
        </p:txBody>
      </p:sp>
      <p:sp>
        <p:nvSpPr>
          <p:cNvPr id="4" name="Slide Number Placeholder 3"/>
          <p:cNvSpPr>
            <a:spLocks noGrp="1"/>
          </p:cNvSpPr>
          <p:nvPr>
            <p:ph type="sldNum" sz="quarter" idx="5"/>
          </p:nvPr>
        </p:nvSpPr>
        <p:spPr/>
        <p:txBody>
          <a:bodyPr/>
          <a:lstStyle/>
          <a:p>
            <a:fld id="{66D97FD4-6F73-4083-8F21-826E635F1088}" type="slidenum">
              <a:rPr lang="en-US" smtClean="0"/>
              <a:t>7</a:t>
            </a:fld>
            <a:endParaRPr lang="en-US"/>
          </a:p>
        </p:txBody>
      </p:sp>
    </p:spTree>
    <p:extLst>
      <p:ext uri="{BB962C8B-B14F-4D97-AF65-F5344CB8AC3E}">
        <p14:creationId xmlns:p14="http://schemas.microsoft.com/office/powerpoint/2010/main" val="37006188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wrap up, here are a few lessons I learned and some possible next steps.</a:t>
            </a:r>
          </a:p>
          <a:p>
            <a:r>
              <a:rPr lang="en-US" dirty="0"/>
              <a:t>First, I learned that </a:t>
            </a:r>
            <a:r>
              <a:rPr lang="en-US" b="1" dirty="0"/>
              <a:t>data quality and diversity are just as important as the model architecture</a:t>
            </a:r>
            <a:r>
              <a:rPr lang="en-US" dirty="0"/>
              <a:t>. The model performs very well on medium and large signs, but performance drops on very small or distant objects. That suggests I would benefit from more training images where the signs are smaller, occluded, or in harder lighting conditions.</a:t>
            </a:r>
          </a:p>
          <a:p>
            <a:r>
              <a:rPr lang="en-US" dirty="0"/>
              <a:t>Second, the evaluation tools—like the per-class metrics and the confusion matrix—are really helpful for understanding where the model is failing. In this case, they made it clear that traffic lights are the hardest class and that localization is less precise there.</a:t>
            </a:r>
          </a:p>
          <a:p>
            <a:r>
              <a:rPr lang="en-US" dirty="0"/>
              <a:t>For next steps, I would:</a:t>
            </a:r>
          </a:p>
          <a:p>
            <a:r>
              <a:rPr lang="en-US" dirty="0"/>
              <a:t>Add more training data specifically focused on small or far-away signs and maybe different weather or night conditions.</a:t>
            </a:r>
          </a:p>
          <a:p>
            <a:r>
              <a:rPr lang="en-US" dirty="0"/>
              <a:t>Experiment with larger YOLOv11 variants, like the small or medium models, to see if they improve accuracy enough to still be usable on a drone.</a:t>
            </a:r>
          </a:p>
          <a:p>
            <a:r>
              <a:rPr lang="en-US" dirty="0"/>
              <a:t>And finally, actually integrate the model into a full drone mapping pipeline, where detections are combined with GPS and 3D maps, so you don’t just detect signs but also place them accurately in the real world.</a:t>
            </a:r>
          </a:p>
          <a:p>
            <a:r>
              <a:rPr lang="en-US" dirty="0"/>
              <a:t>Overall, this project was a good hands-on experience with dataset handling, training a modern detection model, and thinking about how it fits into a real deployment setting.”</a:t>
            </a:r>
          </a:p>
          <a:p>
            <a:endParaRPr lang="en-US" dirty="0"/>
          </a:p>
        </p:txBody>
      </p:sp>
      <p:sp>
        <p:nvSpPr>
          <p:cNvPr id="4" name="Slide Number Placeholder 3"/>
          <p:cNvSpPr>
            <a:spLocks noGrp="1"/>
          </p:cNvSpPr>
          <p:nvPr>
            <p:ph type="sldNum" sz="quarter" idx="5"/>
          </p:nvPr>
        </p:nvSpPr>
        <p:spPr/>
        <p:txBody>
          <a:bodyPr/>
          <a:lstStyle/>
          <a:p>
            <a:fld id="{66D97FD4-6F73-4083-8F21-826E635F1088}" type="slidenum">
              <a:rPr lang="en-US" smtClean="0"/>
              <a:t>8</a:t>
            </a:fld>
            <a:endParaRPr lang="en-US"/>
          </a:p>
        </p:txBody>
      </p:sp>
    </p:spTree>
    <p:extLst>
      <p:ext uri="{BB962C8B-B14F-4D97-AF65-F5344CB8AC3E}">
        <p14:creationId xmlns:p14="http://schemas.microsoft.com/office/powerpoint/2010/main" val="335581266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11" name="Picture 10" descr="Logo&#10;&#10;Description automatically generated">
            <a:extLst>
              <a:ext uri="{FF2B5EF4-FFF2-40B4-BE49-F238E27FC236}">
                <a16:creationId xmlns:a16="http://schemas.microsoft.com/office/drawing/2014/main" id="{952D2E1C-9D8B-0742-97BF-51545C9702CA}"/>
              </a:ext>
            </a:extLst>
          </p:cNvPr>
          <p:cNvPicPr>
            <a:picLocks noChangeAspect="1"/>
          </p:cNvPicPr>
          <p:nvPr userDrawn="1"/>
        </p:nvPicPr>
        <p:blipFill rotWithShape="1">
          <a:blip r:embed="rId2"/>
          <a:srcRect t="7289" r="41429" b="18385"/>
          <a:stretch/>
        </p:blipFill>
        <p:spPr>
          <a:xfrm>
            <a:off x="5224412" y="-1"/>
            <a:ext cx="3919588" cy="6858001"/>
          </a:xfrm>
          <a:prstGeom prst="rect">
            <a:avLst/>
          </a:prstGeom>
        </p:spPr>
      </p:pic>
      <p:sp>
        <p:nvSpPr>
          <p:cNvPr id="2" name="Title 1">
            <a:extLst>
              <a:ext uri="{FF2B5EF4-FFF2-40B4-BE49-F238E27FC236}">
                <a16:creationId xmlns:a16="http://schemas.microsoft.com/office/drawing/2014/main" id="{3CE7391D-D800-AF4B-9BCC-050FD0BF5526}"/>
              </a:ext>
            </a:extLst>
          </p:cNvPr>
          <p:cNvSpPr>
            <a:spLocks noGrp="1"/>
          </p:cNvSpPr>
          <p:nvPr>
            <p:ph type="ctrTitle" hasCustomPrompt="1"/>
          </p:nvPr>
        </p:nvSpPr>
        <p:spPr>
          <a:xfrm>
            <a:off x="287677" y="1122363"/>
            <a:ext cx="5486399" cy="2387600"/>
          </a:xfrm>
        </p:spPr>
        <p:txBody>
          <a:bodyPr anchor="b"/>
          <a:lstStyle>
            <a:lvl1pPr algn="ctr">
              <a:defRPr sz="4500"/>
            </a:lvl1pPr>
          </a:lstStyle>
          <a:p>
            <a:r>
              <a:rPr lang="en-US" dirty="0"/>
              <a:t>Click to edit </a:t>
            </a:r>
            <a:br>
              <a:rPr lang="en-US" dirty="0"/>
            </a:br>
            <a:r>
              <a:rPr lang="en-US" dirty="0"/>
              <a:t>Master title style</a:t>
            </a:r>
          </a:p>
        </p:txBody>
      </p:sp>
      <p:sp>
        <p:nvSpPr>
          <p:cNvPr id="3" name="Subtitle 2">
            <a:extLst>
              <a:ext uri="{FF2B5EF4-FFF2-40B4-BE49-F238E27FC236}">
                <a16:creationId xmlns:a16="http://schemas.microsoft.com/office/drawing/2014/main" id="{422B2A6F-6709-514E-BFC6-9A4A7329A15A}"/>
              </a:ext>
            </a:extLst>
          </p:cNvPr>
          <p:cNvSpPr>
            <a:spLocks noGrp="1"/>
          </p:cNvSpPr>
          <p:nvPr>
            <p:ph type="subTitle" idx="1"/>
          </p:nvPr>
        </p:nvSpPr>
        <p:spPr>
          <a:xfrm>
            <a:off x="287677" y="3602038"/>
            <a:ext cx="5486399" cy="1655762"/>
          </a:xfrm>
        </p:spPr>
        <p:txBody>
          <a:bodyPr/>
          <a:lstStyle>
            <a:lvl1pPr marL="0" indent="0" algn="ctr">
              <a:buNone/>
              <a:defRPr sz="1800"/>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lang="en-US" dirty="0"/>
              <a:t>Click to edit Master subtitle style</a:t>
            </a:r>
          </a:p>
        </p:txBody>
      </p:sp>
      <p:sp>
        <p:nvSpPr>
          <p:cNvPr id="4" name="Date Placeholder 3">
            <a:extLst>
              <a:ext uri="{FF2B5EF4-FFF2-40B4-BE49-F238E27FC236}">
                <a16:creationId xmlns:a16="http://schemas.microsoft.com/office/drawing/2014/main" id="{8762D3AD-8629-3943-936D-B62EEF2E922D}"/>
              </a:ext>
            </a:extLst>
          </p:cNvPr>
          <p:cNvSpPr>
            <a:spLocks noGrp="1"/>
          </p:cNvSpPr>
          <p:nvPr>
            <p:ph type="dt" sz="half" idx="10"/>
          </p:nvPr>
        </p:nvSpPr>
        <p:spPr/>
        <p:txBody>
          <a:bodyPr/>
          <a:lstStyle/>
          <a:p>
            <a:fld id="{C171DC17-4A50-5F49-AEC7-C955C81B92E5}" type="datetimeFigureOut">
              <a:rPr lang="en-US" smtClean="0"/>
              <a:t>11/24/2025</a:t>
            </a:fld>
            <a:endParaRPr lang="en-US"/>
          </a:p>
        </p:txBody>
      </p:sp>
      <p:sp>
        <p:nvSpPr>
          <p:cNvPr id="5" name="Footer Placeholder 4">
            <a:extLst>
              <a:ext uri="{FF2B5EF4-FFF2-40B4-BE49-F238E27FC236}">
                <a16:creationId xmlns:a16="http://schemas.microsoft.com/office/drawing/2014/main" id="{646F098A-A3EE-384E-8702-C33746765417}"/>
              </a:ext>
            </a:extLst>
          </p:cNvPr>
          <p:cNvSpPr>
            <a:spLocks noGrp="1"/>
          </p:cNvSpPr>
          <p:nvPr>
            <p:ph type="ftr" sz="quarter" idx="11"/>
          </p:nvPr>
        </p:nvSpPr>
        <p:spPr/>
        <p:txBody>
          <a:bodyPr/>
          <a:lstStyle/>
          <a:p>
            <a:endParaRPr lang="en-US"/>
          </a:p>
        </p:txBody>
      </p:sp>
    </p:spTree>
    <p:extLst>
      <p:ext uri="{BB962C8B-B14F-4D97-AF65-F5344CB8AC3E}">
        <p14:creationId xmlns:p14="http://schemas.microsoft.com/office/powerpoint/2010/main" val="13755532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1_Title Slide">
    <p:bg>
      <p:bgPr>
        <a:solidFill>
          <a:schemeClr val="accent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7391D-D800-AF4B-9BCC-050FD0BF5526}"/>
              </a:ext>
            </a:extLst>
          </p:cNvPr>
          <p:cNvSpPr>
            <a:spLocks noGrp="1"/>
          </p:cNvSpPr>
          <p:nvPr>
            <p:ph type="ctrTitle" hasCustomPrompt="1"/>
          </p:nvPr>
        </p:nvSpPr>
        <p:spPr>
          <a:xfrm>
            <a:off x="287677" y="1122363"/>
            <a:ext cx="5486399" cy="2387600"/>
          </a:xfrm>
        </p:spPr>
        <p:txBody>
          <a:bodyPr anchor="b"/>
          <a:lstStyle>
            <a:lvl1pPr algn="ctr">
              <a:defRPr sz="4500">
                <a:solidFill>
                  <a:schemeClr val="bg1"/>
                </a:solidFill>
              </a:defRPr>
            </a:lvl1pPr>
          </a:lstStyle>
          <a:p>
            <a:r>
              <a:rPr lang="en-US" dirty="0"/>
              <a:t>Click to edit </a:t>
            </a:r>
            <a:br>
              <a:rPr lang="en-US" dirty="0"/>
            </a:br>
            <a:r>
              <a:rPr lang="en-US" dirty="0"/>
              <a:t>Master title style</a:t>
            </a:r>
          </a:p>
        </p:txBody>
      </p:sp>
      <p:sp>
        <p:nvSpPr>
          <p:cNvPr id="3" name="Subtitle 2">
            <a:extLst>
              <a:ext uri="{FF2B5EF4-FFF2-40B4-BE49-F238E27FC236}">
                <a16:creationId xmlns:a16="http://schemas.microsoft.com/office/drawing/2014/main" id="{422B2A6F-6709-514E-BFC6-9A4A7329A15A}"/>
              </a:ext>
            </a:extLst>
          </p:cNvPr>
          <p:cNvSpPr>
            <a:spLocks noGrp="1"/>
          </p:cNvSpPr>
          <p:nvPr>
            <p:ph type="subTitle" idx="1"/>
          </p:nvPr>
        </p:nvSpPr>
        <p:spPr>
          <a:xfrm>
            <a:off x="287677" y="3602038"/>
            <a:ext cx="5486399" cy="1655762"/>
          </a:xfrm>
        </p:spPr>
        <p:txBody>
          <a:bodyPr/>
          <a:lstStyle>
            <a:lvl1pPr marL="0" indent="0" algn="ctr">
              <a:buNone/>
              <a:defRPr sz="1800">
                <a:solidFill>
                  <a:schemeClr val="bg1"/>
                </a:solidFill>
              </a:defRPr>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8762D3AD-8629-3943-936D-B62EEF2E922D}"/>
              </a:ext>
            </a:extLst>
          </p:cNvPr>
          <p:cNvSpPr>
            <a:spLocks noGrp="1"/>
          </p:cNvSpPr>
          <p:nvPr>
            <p:ph type="dt" sz="half" idx="10"/>
          </p:nvPr>
        </p:nvSpPr>
        <p:spPr/>
        <p:txBody>
          <a:bodyPr/>
          <a:lstStyle/>
          <a:p>
            <a:fld id="{C171DC17-4A50-5F49-AEC7-C955C81B92E5}" type="datetimeFigureOut">
              <a:rPr lang="en-US" smtClean="0"/>
              <a:t>11/24/2025</a:t>
            </a:fld>
            <a:endParaRPr lang="en-US"/>
          </a:p>
        </p:txBody>
      </p:sp>
      <p:sp>
        <p:nvSpPr>
          <p:cNvPr id="5" name="Footer Placeholder 4">
            <a:extLst>
              <a:ext uri="{FF2B5EF4-FFF2-40B4-BE49-F238E27FC236}">
                <a16:creationId xmlns:a16="http://schemas.microsoft.com/office/drawing/2014/main" id="{646F098A-A3EE-384E-8702-C33746765417}"/>
              </a:ext>
            </a:extLst>
          </p:cNvPr>
          <p:cNvSpPr>
            <a:spLocks noGrp="1"/>
          </p:cNvSpPr>
          <p:nvPr>
            <p:ph type="ftr" sz="quarter" idx="11"/>
          </p:nvPr>
        </p:nvSpPr>
        <p:spPr/>
        <p:txBody>
          <a:bodyPr/>
          <a:lstStyle/>
          <a:p>
            <a:endParaRPr lang="en-US"/>
          </a:p>
        </p:txBody>
      </p:sp>
      <p:pic>
        <p:nvPicPr>
          <p:cNvPr id="11" name="Picture 10" descr="Logo&#10;&#10;Description automatically generated">
            <a:extLst>
              <a:ext uri="{FF2B5EF4-FFF2-40B4-BE49-F238E27FC236}">
                <a16:creationId xmlns:a16="http://schemas.microsoft.com/office/drawing/2014/main" id="{A6BC8CC4-EE74-3645-88EF-C41CBB35D578}"/>
              </a:ext>
            </a:extLst>
          </p:cNvPr>
          <p:cNvPicPr>
            <a:picLocks noChangeAspect="1"/>
          </p:cNvPicPr>
          <p:nvPr userDrawn="1"/>
        </p:nvPicPr>
        <p:blipFill rotWithShape="1">
          <a:blip r:embed="rId2"/>
          <a:srcRect t="7289" r="41429" b="18385"/>
          <a:stretch/>
        </p:blipFill>
        <p:spPr>
          <a:xfrm>
            <a:off x="5224412" y="-1"/>
            <a:ext cx="3919588" cy="6858001"/>
          </a:xfrm>
          <a:prstGeom prst="rect">
            <a:avLst/>
          </a:prstGeom>
        </p:spPr>
      </p:pic>
    </p:spTree>
    <p:extLst>
      <p:ext uri="{BB962C8B-B14F-4D97-AF65-F5344CB8AC3E}">
        <p14:creationId xmlns:p14="http://schemas.microsoft.com/office/powerpoint/2010/main" val="12089845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E5C75-2456-E24C-A74E-E3F68183E40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605908F-63CC-1B4E-947D-0F73547617B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1D3A58-FFD8-4940-A7F0-8B2B57C9A10A}"/>
              </a:ext>
            </a:extLst>
          </p:cNvPr>
          <p:cNvSpPr>
            <a:spLocks noGrp="1"/>
          </p:cNvSpPr>
          <p:nvPr>
            <p:ph type="dt" sz="half" idx="10"/>
          </p:nvPr>
        </p:nvSpPr>
        <p:spPr/>
        <p:txBody>
          <a:bodyPr/>
          <a:lstStyle/>
          <a:p>
            <a:fld id="{C171DC17-4A50-5F49-AEC7-C955C81B92E5}" type="datetimeFigureOut">
              <a:rPr lang="en-US" smtClean="0"/>
              <a:t>11/24/2025</a:t>
            </a:fld>
            <a:endParaRPr lang="en-US"/>
          </a:p>
        </p:txBody>
      </p:sp>
      <p:sp>
        <p:nvSpPr>
          <p:cNvPr id="5" name="Footer Placeholder 4">
            <a:extLst>
              <a:ext uri="{FF2B5EF4-FFF2-40B4-BE49-F238E27FC236}">
                <a16:creationId xmlns:a16="http://schemas.microsoft.com/office/drawing/2014/main" id="{80CE6D3E-6D5E-D349-938B-E0B3301AFF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AB6C36-FD1B-BE4B-974D-B33D0A7B60E7}"/>
              </a:ext>
            </a:extLst>
          </p:cNvPr>
          <p:cNvSpPr>
            <a:spLocks noGrp="1"/>
          </p:cNvSpPr>
          <p:nvPr>
            <p:ph type="sldNum" sz="quarter" idx="12"/>
          </p:nvPr>
        </p:nvSpPr>
        <p:spPr/>
        <p:txBody>
          <a:bodyPr/>
          <a:lstStyle/>
          <a:p>
            <a:fld id="{09B8F8C4-05A7-DC4E-8BB7-4202EC4ACBF7}" type="slidenum">
              <a:rPr lang="en-US" smtClean="0"/>
              <a:t>‹#›</a:t>
            </a:fld>
            <a:endParaRPr lang="en-US"/>
          </a:p>
        </p:txBody>
      </p:sp>
    </p:spTree>
    <p:extLst>
      <p:ext uri="{BB962C8B-B14F-4D97-AF65-F5344CB8AC3E}">
        <p14:creationId xmlns:p14="http://schemas.microsoft.com/office/powerpoint/2010/main" val="19129699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BCD9A-4C4D-C04D-B628-4D6821CF9914}"/>
              </a:ext>
            </a:extLst>
          </p:cNvPr>
          <p:cNvSpPr>
            <a:spLocks noGrp="1"/>
          </p:cNvSpPr>
          <p:nvPr>
            <p:ph type="title" hasCustomPrompt="1"/>
          </p:nvPr>
        </p:nvSpPr>
        <p:spPr>
          <a:xfrm>
            <a:off x="623888" y="1709741"/>
            <a:ext cx="7886700" cy="2852737"/>
          </a:xfrm>
        </p:spPr>
        <p:txBody>
          <a:bodyPr anchor="b"/>
          <a:lstStyle>
            <a:lvl1pPr>
              <a:defRPr sz="4500"/>
            </a:lvl1pPr>
          </a:lstStyle>
          <a:p>
            <a:r>
              <a:rPr lang="en-US" dirty="0"/>
              <a:t>Click to edit </a:t>
            </a:r>
            <a:br>
              <a:rPr lang="en-US" dirty="0"/>
            </a:br>
            <a:r>
              <a:rPr lang="en-US" dirty="0"/>
              <a:t>Master title style</a:t>
            </a:r>
          </a:p>
        </p:txBody>
      </p:sp>
      <p:sp>
        <p:nvSpPr>
          <p:cNvPr id="3" name="Text Placeholder 2">
            <a:extLst>
              <a:ext uri="{FF2B5EF4-FFF2-40B4-BE49-F238E27FC236}">
                <a16:creationId xmlns:a16="http://schemas.microsoft.com/office/drawing/2014/main" id="{9476D619-9256-5342-BA68-AA592831FA03}"/>
              </a:ext>
            </a:extLst>
          </p:cNvPr>
          <p:cNvSpPr>
            <a:spLocks noGrp="1"/>
          </p:cNvSpPr>
          <p:nvPr>
            <p:ph type="body" idx="1"/>
          </p:nvPr>
        </p:nvSpPr>
        <p:spPr>
          <a:xfrm>
            <a:off x="623888" y="4589466"/>
            <a:ext cx="7886700" cy="1500187"/>
          </a:xfrm>
        </p:spPr>
        <p:txBody>
          <a:bodyPr/>
          <a:lstStyle>
            <a:lvl1pPr marL="0" indent="0">
              <a:buNone/>
              <a:defRPr sz="1800">
                <a:solidFill>
                  <a:schemeClr val="tx1">
                    <a:tint val="75000"/>
                  </a:schemeClr>
                </a:solidFill>
              </a:defRPr>
            </a:lvl1pPr>
            <a:lvl2pPr marL="342892" indent="0">
              <a:buNone/>
              <a:defRPr sz="1500">
                <a:solidFill>
                  <a:schemeClr val="tx1">
                    <a:tint val="75000"/>
                  </a:schemeClr>
                </a:solidFill>
              </a:defRPr>
            </a:lvl2pPr>
            <a:lvl3pPr marL="685783" indent="0">
              <a:buNone/>
              <a:defRPr sz="1350">
                <a:solidFill>
                  <a:schemeClr val="tx1">
                    <a:tint val="75000"/>
                  </a:schemeClr>
                </a:solidFill>
              </a:defRPr>
            </a:lvl3pPr>
            <a:lvl4pPr marL="1028675" indent="0">
              <a:buNone/>
              <a:defRPr sz="1200">
                <a:solidFill>
                  <a:schemeClr val="tx1">
                    <a:tint val="75000"/>
                  </a:schemeClr>
                </a:solidFill>
              </a:defRPr>
            </a:lvl4pPr>
            <a:lvl5pPr marL="1371566" indent="0">
              <a:buNone/>
              <a:defRPr sz="1200">
                <a:solidFill>
                  <a:schemeClr val="tx1">
                    <a:tint val="75000"/>
                  </a:schemeClr>
                </a:solidFill>
              </a:defRPr>
            </a:lvl5pPr>
            <a:lvl6pPr marL="1714457" indent="0">
              <a:buNone/>
              <a:defRPr sz="1200">
                <a:solidFill>
                  <a:schemeClr val="tx1">
                    <a:tint val="75000"/>
                  </a:schemeClr>
                </a:solidFill>
              </a:defRPr>
            </a:lvl6pPr>
            <a:lvl7pPr marL="2057348" indent="0">
              <a:buNone/>
              <a:defRPr sz="1200">
                <a:solidFill>
                  <a:schemeClr val="tx1">
                    <a:tint val="75000"/>
                  </a:schemeClr>
                </a:solidFill>
              </a:defRPr>
            </a:lvl7pPr>
            <a:lvl8pPr marL="2400240" indent="0">
              <a:buNone/>
              <a:defRPr sz="1200">
                <a:solidFill>
                  <a:schemeClr val="tx1">
                    <a:tint val="75000"/>
                  </a:schemeClr>
                </a:solidFill>
              </a:defRPr>
            </a:lvl8pPr>
            <a:lvl9pPr marL="2743132"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61652CD-DA0F-E044-884E-A857BA135CD2}"/>
              </a:ext>
            </a:extLst>
          </p:cNvPr>
          <p:cNvSpPr>
            <a:spLocks noGrp="1"/>
          </p:cNvSpPr>
          <p:nvPr>
            <p:ph type="dt" sz="half" idx="10"/>
          </p:nvPr>
        </p:nvSpPr>
        <p:spPr/>
        <p:txBody>
          <a:bodyPr/>
          <a:lstStyle/>
          <a:p>
            <a:fld id="{C171DC17-4A50-5F49-AEC7-C955C81B92E5}" type="datetimeFigureOut">
              <a:rPr lang="en-US" smtClean="0"/>
              <a:t>11/24/2025</a:t>
            </a:fld>
            <a:endParaRPr lang="en-US"/>
          </a:p>
        </p:txBody>
      </p:sp>
      <p:sp>
        <p:nvSpPr>
          <p:cNvPr id="5" name="Footer Placeholder 4">
            <a:extLst>
              <a:ext uri="{FF2B5EF4-FFF2-40B4-BE49-F238E27FC236}">
                <a16:creationId xmlns:a16="http://schemas.microsoft.com/office/drawing/2014/main" id="{AAB41647-D227-6B41-9AD6-182E7AE9050D}"/>
              </a:ext>
            </a:extLst>
          </p:cNvPr>
          <p:cNvSpPr>
            <a:spLocks noGrp="1"/>
          </p:cNvSpPr>
          <p:nvPr>
            <p:ph type="ftr" sz="quarter" idx="11"/>
          </p:nvPr>
        </p:nvSpPr>
        <p:spPr/>
        <p:txBody>
          <a:bodyPr/>
          <a:lstStyle/>
          <a:p>
            <a:endParaRPr lang="en-US"/>
          </a:p>
        </p:txBody>
      </p:sp>
      <p:pic>
        <p:nvPicPr>
          <p:cNvPr id="10" name="Picture 9" descr="Logo&#10;&#10;Description automatically generated">
            <a:extLst>
              <a:ext uri="{FF2B5EF4-FFF2-40B4-BE49-F238E27FC236}">
                <a16:creationId xmlns:a16="http://schemas.microsoft.com/office/drawing/2014/main" id="{C949C515-2A63-E847-9DAB-A5268D846304}"/>
              </a:ext>
            </a:extLst>
          </p:cNvPr>
          <p:cNvPicPr>
            <a:picLocks noChangeAspect="1"/>
          </p:cNvPicPr>
          <p:nvPr userDrawn="1"/>
        </p:nvPicPr>
        <p:blipFill rotWithShape="1">
          <a:blip r:embed="rId2"/>
          <a:srcRect t="7289" r="41429" b="18385"/>
          <a:stretch/>
        </p:blipFill>
        <p:spPr>
          <a:xfrm>
            <a:off x="5224412" y="-1"/>
            <a:ext cx="3919588" cy="6858001"/>
          </a:xfrm>
          <a:prstGeom prst="rect">
            <a:avLst/>
          </a:prstGeom>
        </p:spPr>
      </p:pic>
    </p:spTree>
    <p:extLst>
      <p:ext uri="{BB962C8B-B14F-4D97-AF65-F5344CB8AC3E}">
        <p14:creationId xmlns:p14="http://schemas.microsoft.com/office/powerpoint/2010/main" val="379544375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0955F1-41C9-F741-ABCA-148F72FF7CB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158B0D0-CB2A-5B49-AFAE-C401DC85D44B}"/>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3CFA190-6116-CE4E-880A-2A5FD5E9FA2C}"/>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B46A325-B878-6048-96EA-AD37D9146E53}"/>
              </a:ext>
            </a:extLst>
          </p:cNvPr>
          <p:cNvSpPr>
            <a:spLocks noGrp="1"/>
          </p:cNvSpPr>
          <p:nvPr>
            <p:ph type="dt" sz="half" idx="10"/>
          </p:nvPr>
        </p:nvSpPr>
        <p:spPr/>
        <p:txBody>
          <a:bodyPr/>
          <a:lstStyle/>
          <a:p>
            <a:fld id="{C171DC17-4A50-5F49-AEC7-C955C81B92E5}" type="datetimeFigureOut">
              <a:rPr lang="en-US" smtClean="0"/>
              <a:t>11/24/2025</a:t>
            </a:fld>
            <a:endParaRPr lang="en-US"/>
          </a:p>
        </p:txBody>
      </p:sp>
      <p:sp>
        <p:nvSpPr>
          <p:cNvPr id="6" name="Footer Placeholder 5">
            <a:extLst>
              <a:ext uri="{FF2B5EF4-FFF2-40B4-BE49-F238E27FC236}">
                <a16:creationId xmlns:a16="http://schemas.microsoft.com/office/drawing/2014/main" id="{78794E63-81BD-D34E-9FB6-590D87A2CB9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3D2F3FA-6596-F141-A53F-FDEC5D0FDED7}"/>
              </a:ext>
            </a:extLst>
          </p:cNvPr>
          <p:cNvSpPr>
            <a:spLocks noGrp="1"/>
          </p:cNvSpPr>
          <p:nvPr>
            <p:ph type="sldNum" sz="quarter" idx="12"/>
          </p:nvPr>
        </p:nvSpPr>
        <p:spPr/>
        <p:txBody>
          <a:bodyPr/>
          <a:lstStyle/>
          <a:p>
            <a:fld id="{09B8F8C4-05A7-DC4E-8BB7-4202EC4ACBF7}" type="slidenum">
              <a:rPr lang="en-US" smtClean="0"/>
              <a:t>‹#›</a:t>
            </a:fld>
            <a:endParaRPr lang="en-US"/>
          </a:p>
        </p:txBody>
      </p:sp>
    </p:spTree>
    <p:extLst>
      <p:ext uri="{BB962C8B-B14F-4D97-AF65-F5344CB8AC3E}">
        <p14:creationId xmlns:p14="http://schemas.microsoft.com/office/powerpoint/2010/main" val="27208755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B786C4-8A82-2E47-BA0A-3B4FD275E24A}"/>
              </a:ext>
            </a:extLst>
          </p:cNvPr>
          <p:cNvSpPr>
            <a:spLocks noGrp="1"/>
          </p:cNvSpPr>
          <p:nvPr>
            <p:ph type="title"/>
          </p:nvPr>
        </p:nvSpPr>
        <p:spPr>
          <a:xfrm>
            <a:off x="629841" y="365128"/>
            <a:ext cx="78867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3DDAD30-26CB-894D-B249-16631B50FFE3}"/>
              </a:ext>
            </a:extLst>
          </p:cNvPr>
          <p:cNvSpPr>
            <a:spLocks noGrp="1"/>
          </p:cNvSpPr>
          <p:nvPr>
            <p:ph type="body" idx="1"/>
          </p:nvPr>
        </p:nvSpPr>
        <p:spPr>
          <a:xfrm>
            <a:off x="629842" y="1681163"/>
            <a:ext cx="3868340" cy="823912"/>
          </a:xfrm>
        </p:spPr>
        <p:txBody>
          <a:bodyPr anchor="b"/>
          <a:lstStyle>
            <a:lvl1pPr marL="0" indent="0">
              <a:buNone/>
              <a:defRPr sz="1800" b="1"/>
            </a:lvl1pPr>
            <a:lvl2pPr marL="342892" indent="0">
              <a:buNone/>
              <a:defRPr sz="1500" b="1"/>
            </a:lvl2pPr>
            <a:lvl3pPr marL="685783" indent="0">
              <a:buNone/>
              <a:defRPr sz="1350"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854E37DF-FCA3-9345-8F1B-3B2DEECC38B3}"/>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C2A7F32-108C-0147-BF1C-151D185797D4}"/>
              </a:ext>
            </a:extLst>
          </p:cNvPr>
          <p:cNvSpPr>
            <a:spLocks noGrp="1"/>
          </p:cNvSpPr>
          <p:nvPr>
            <p:ph type="body" sz="quarter" idx="3"/>
          </p:nvPr>
        </p:nvSpPr>
        <p:spPr>
          <a:xfrm>
            <a:off x="4629151" y="1681163"/>
            <a:ext cx="3887391" cy="823912"/>
          </a:xfrm>
        </p:spPr>
        <p:txBody>
          <a:bodyPr anchor="b"/>
          <a:lstStyle>
            <a:lvl1pPr marL="0" indent="0">
              <a:buNone/>
              <a:defRPr sz="1800" b="1"/>
            </a:lvl1pPr>
            <a:lvl2pPr marL="342892" indent="0">
              <a:buNone/>
              <a:defRPr sz="1500" b="1"/>
            </a:lvl2pPr>
            <a:lvl3pPr marL="685783" indent="0">
              <a:buNone/>
              <a:defRPr sz="1350" b="1"/>
            </a:lvl3pPr>
            <a:lvl4pPr marL="1028675" indent="0">
              <a:buNone/>
              <a:defRPr sz="1200" b="1"/>
            </a:lvl4pPr>
            <a:lvl5pPr marL="1371566" indent="0">
              <a:buNone/>
              <a:defRPr sz="1200" b="1"/>
            </a:lvl5pPr>
            <a:lvl6pPr marL="1714457" indent="0">
              <a:buNone/>
              <a:defRPr sz="1200" b="1"/>
            </a:lvl6pPr>
            <a:lvl7pPr marL="2057348" indent="0">
              <a:buNone/>
              <a:defRPr sz="1200" b="1"/>
            </a:lvl7pPr>
            <a:lvl8pPr marL="2400240" indent="0">
              <a:buNone/>
              <a:defRPr sz="1200" b="1"/>
            </a:lvl8pPr>
            <a:lvl9pPr marL="2743132"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925A79B9-C154-E741-8BC5-8B95F0D25144}"/>
              </a:ext>
            </a:extLst>
          </p:cNvPr>
          <p:cNvSpPr>
            <a:spLocks noGrp="1"/>
          </p:cNvSpPr>
          <p:nvPr>
            <p:ph sz="quarter" idx="4"/>
          </p:nvPr>
        </p:nvSpPr>
        <p:spPr>
          <a:xfrm>
            <a:off x="4629151"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C3A23CC-9985-5B43-B4F5-7A65FBBBB362}"/>
              </a:ext>
            </a:extLst>
          </p:cNvPr>
          <p:cNvSpPr>
            <a:spLocks noGrp="1"/>
          </p:cNvSpPr>
          <p:nvPr>
            <p:ph type="dt" sz="half" idx="10"/>
          </p:nvPr>
        </p:nvSpPr>
        <p:spPr/>
        <p:txBody>
          <a:bodyPr/>
          <a:lstStyle/>
          <a:p>
            <a:fld id="{C171DC17-4A50-5F49-AEC7-C955C81B92E5}" type="datetimeFigureOut">
              <a:rPr lang="en-US" smtClean="0"/>
              <a:t>11/24/2025</a:t>
            </a:fld>
            <a:endParaRPr lang="en-US"/>
          </a:p>
        </p:txBody>
      </p:sp>
      <p:sp>
        <p:nvSpPr>
          <p:cNvPr id="8" name="Footer Placeholder 7">
            <a:extLst>
              <a:ext uri="{FF2B5EF4-FFF2-40B4-BE49-F238E27FC236}">
                <a16:creationId xmlns:a16="http://schemas.microsoft.com/office/drawing/2014/main" id="{85A89551-72F1-6A40-B02D-98C9990F1881}"/>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33ACEE8-777A-5940-9519-1D826BCADDA9}"/>
              </a:ext>
            </a:extLst>
          </p:cNvPr>
          <p:cNvSpPr>
            <a:spLocks noGrp="1"/>
          </p:cNvSpPr>
          <p:nvPr>
            <p:ph type="sldNum" sz="quarter" idx="12"/>
          </p:nvPr>
        </p:nvSpPr>
        <p:spPr/>
        <p:txBody>
          <a:bodyPr/>
          <a:lstStyle/>
          <a:p>
            <a:fld id="{09B8F8C4-05A7-DC4E-8BB7-4202EC4ACBF7}" type="slidenum">
              <a:rPr lang="en-US" smtClean="0"/>
              <a:t>‹#›</a:t>
            </a:fld>
            <a:endParaRPr lang="en-US"/>
          </a:p>
        </p:txBody>
      </p:sp>
    </p:spTree>
    <p:extLst>
      <p:ext uri="{BB962C8B-B14F-4D97-AF65-F5344CB8AC3E}">
        <p14:creationId xmlns:p14="http://schemas.microsoft.com/office/powerpoint/2010/main" val="26764173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60DEB-C558-DB4D-9DBB-60DA77C03D6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7DA75B9-E07E-614C-9F6C-7943A325F696}"/>
              </a:ext>
            </a:extLst>
          </p:cNvPr>
          <p:cNvSpPr>
            <a:spLocks noGrp="1"/>
          </p:cNvSpPr>
          <p:nvPr>
            <p:ph type="dt" sz="half" idx="10"/>
          </p:nvPr>
        </p:nvSpPr>
        <p:spPr/>
        <p:txBody>
          <a:bodyPr/>
          <a:lstStyle/>
          <a:p>
            <a:fld id="{C171DC17-4A50-5F49-AEC7-C955C81B92E5}" type="datetimeFigureOut">
              <a:rPr lang="en-US" smtClean="0"/>
              <a:t>11/24/2025</a:t>
            </a:fld>
            <a:endParaRPr lang="en-US"/>
          </a:p>
        </p:txBody>
      </p:sp>
      <p:sp>
        <p:nvSpPr>
          <p:cNvPr id="4" name="Footer Placeholder 3">
            <a:extLst>
              <a:ext uri="{FF2B5EF4-FFF2-40B4-BE49-F238E27FC236}">
                <a16:creationId xmlns:a16="http://schemas.microsoft.com/office/drawing/2014/main" id="{E876482A-9624-104B-AFF8-5DE40120AFF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DBB9DE2-8332-1E4D-806B-6DDB78385EB5}"/>
              </a:ext>
            </a:extLst>
          </p:cNvPr>
          <p:cNvSpPr>
            <a:spLocks noGrp="1"/>
          </p:cNvSpPr>
          <p:nvPr>
            <p:ph type="sldNum" sz="quarter" idx="12"/>
          </p:nvPr>
        </p:nvSpPr>
        <p:spPr/>
        <p:txBody>
          <a:bodyPr/>
          <a:lstStyle/>
          <a:p>
            <a:fld id="{09B8F8C4-05A7-DC4E-8BB7-4202EC4ACBF7}" type="slidenum">
              <a:rPr lang="en-US" smtClean="0"/>
              <a:t>‹#›</a:t>
            </a:fld>
            <a:endParaRPr lang="en-US"/>
          </a:p>
        </p:txBody>
      </p:sp>
    </p:spTree>
    <p:extLst>
      <p:ext uri="{BB962C8B-B14F-4D97-AF65-F5344CB8AC3E}">
        <p14:creationId xmlns:p14="http://schemas.microsoft.com/office/powerpoint/2010/main" val="13048438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510AD24-3C30-D545-822F-3EF5F7FE4D7C}"/>
              </a:ext>
            </a:extLst>
          </p:cNvPr>
          <p:cNvSpPr>
            <a:spLocks noGrp="1"/>
          </p:cNvSpPr>
          <p:nvPr>
            <p:ph type="dt" sz="half" idx="10"/>
          </p:nvPr>
        </p:nvSpPr>
        <p:spPr/>
        <p:txBody>
          <a:bodyPr/>
          <a:lstStyle/>
          <a:p>
            <a:fld id="{C171DC17-4A50-5F49-AEC7-C955C81B92E5}" type="datetimeFigureOut">
              <a:rPr lang="en-US" smtClean="0"/>
              <a:t>11/24/2025</a:t>
            </a:fld>
            <a:endParaRPr lang="en-US"/>
          </a:p>
        </p:txBody>
      </p:sp>
      <p:sp>
        <p:nvSpPr>
          <p:cNvPr id="3" name="Footer Placeholder 2">
            <a:extLst>
              <a:ext uri="{FF2B5EF4-FFF2-40B4-BE49-F238E27FC236}">
                <a16:creationId xmlns:a16="http://schemas.microsoft.com/office/drawing/2014/main" id="{5F31DBBA-BE87-D441-B84D-D8F2DAF194A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382A5FB-A616-8D45-9939-E7B33461593A}"/>
              </a:ext>
            </a:extLst>
          </p:cNvPr>
          <p:cNvSpPr>
            <a:spLocks noGrp="1"/>
          </p:cNvSpPr>
          <p:nvPr>
            <p:ph type="sldNum" sz="quarter" idx="12"/>
          </p:nvPr>
        </p:nvSpPr>
        <p:spPr/>
        <p:txBody>
          <a:bodyPr/>
          <a:lstStyle/>
          <a:p>
            <a:fld id="{09B8F8C4-05A7-DC4E-8BB7-4202EC4ACBF7}" type="slidenum">
              <a:rPr lang="en-US" smtClean="0"/>
              <a:t>‹#›</a:t>
            </a:fld>
            <a:endParaRPr lang="en-US"/>
          </a:p>
        </p:txBody>
      </p:sp>
    </p:spTree>
    <p:extLst>
      <p:ext uri="{BB962C8B-B14F-4D97-AF65-F5344CB8AC3E}">
        <p14:creationId xmlns:p14="http://schemas.microsoft.com/office/powerpoint/2010/main" val="11721194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18ADA5-6E94-DB46-948A-CE55B2255B39}"/>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124303E3-1AEE-0E46-A78B-8B0925632D4A}"/>
              </a:ext>
            </a:extLst>
          </p:cNvPr>
          <p:cNvSpPr>
            <a:spLocks noGrp="1"/>
          </p:cNvSpPr>
          <p:nvPr>
            <p:ph idx="1"/>
          </p:nvPr>
        </p:nvSpPr>
        <p:spPr>
          <a:xfrm>
            <a:off x="3887391" y="987428"/>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3F0A59D-5684-1941-8033-29499AF5C6B3}"/>
              </a:ext>
            </a:extLst>
          </p:cNvPr>
          <p:cNvSpPr>
            <a:spLocks noGrp="1"/>
          </p:cNvSpPr>
          <p:nvPr>
            <p:ph type="body" sz="half" idx="2"/>
          </p:nvPr>
        </p:nvSpPr>
        <p:spPr>
          <a:xfrm>
            <a:off x="629841" y="2057400"/>
            <a:ext cx="2949178" cy="3811588"/>
          </a:xfrm>
        </p:spPr>
        <p:txBody>
          <a:bodyPr/>
          <a:lstStyle>
            <a:lvl1pPr marL="0" indent="0">
              <a:buNone/>
              <a:defRPr sz="1200"/>
            </a:lvl1pPr>
            <a:lvl2pPr marL="342892" indent="0">
              <a:buNone/>
              <a:defRPr sz="1050"/>
            </a:lvl2pPr>
            <a:lvl3pPr marL="685783" indent="0">
              <a:buNone/>
              <a:defRPr sz="900"/>
            </a:lvl3pPr>
            <a:lvl4pPr marL="1028675" indent="0">
              <a:buNone/>
              <a:defRPr sz="750"/>
            </a:lvl4pPr>
            <a:lvl5pPr marL="1371566" indent="0">
              <a:buNone/>
              <a:defRPr sz="750"/>
            </a:lvl5pPr>
            <a:lvl6pPr marL="1714457" indent="0">
              <a:buNone/>
              <a:defRPr sz="750"/>
            </a:lvl6pPr>
            <a:lvl7pPr marL="2057348" indent="0">
              <a:buNone/>
              <a:defRPr sz="750"/>
            </a:lvl7pPr>
            <a:lvl8pPr marL="2400240" indent="0">
              <a:buNone/>
              <a:defRPr sz="750"/>
            </a:lvl8pPr>
            <a:lvl9pPr marL="2743132"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2CF289D9-B751-654C-8849-B701A522D780}"/>
              </a:ext>
            </a:extLst>
          </p:cNvPr>
          <p:cNvSpPr>
            <a:spLocks noGrp="1"/>
          </p:cNvSpPr>
          <p:nvPr>
            <p:ph type="dt" sz="half" idx="10"/>
          </p:nvPr>
        </p:nvSpPr>
        <p:spPr/>
        <p:txBody>
          <a:bodyPr/>
          <a:lstStyle/>
          <a:p>
            <a:fld id="{C171DC17-4A50-5F49-AEC7-C955C81B92E5}" type="datetimeFigureOut">
              <a:rPr lang="en-US" smtClean="0"/>
              <a:t>11/24/2025</a:t>
            </a:fld>
            <a:endParaRPr lang="en-US"/>
          </a:p>
        </p:txBody>
      </p:sp>
      <p:sp>
        <p:nvSpPr>
          <p:cNvPr id="6" name="Footer Placeholder 5">
            <a:extLst>
              <a:ext uri="{FF2B5EF4-FFF2-40B4-BE49-F238E27FC236}">
                <a16:creationId xmlns:a16="http://schemas.microsoft.com/office/drawing/2014/main" id="{F38A2888-A517-7A40-9678-F86659CA1C5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386589-428D-8542-B91B-AA693B17C443}"/>
              </a:ext>
            </a:extLst>
          </p:cNvPr>
          <p:cNvSpPr>
            <a:spLocks noGrp="1"/>
          </p:cNvSpPr>
          <p:nvPr>
            <p:ph type="sldNum" sz="quarter" idx="12"/>
          </p:nvPr>
        </p:nvSpPr>
        <p:spPr/>
        <p:txBody>
          <a:bodyPr/>
          <a:lstStyle/>
          <a:p>
            <a:fld id="{09B8F8C4-05A7-DC4E-8BB7-4202EC4ACBF7}" type="slidenum">
              <a:rPr lang="en-US" smtClean="0"/>
              <a:t>‹#›</a:t>
            </a:fld>
            <a:endParaRPr lang="en-US"/>
          </a:p>
        </p:txBody>
      </p:sp>
    </p:spTree>
    <p:extLst>
      <p:ext uri="{BB962C8B-B14F-4D97-AF65-F5344CB8AC3E}">
        <p14:creationId xmlns:p14="http://schemas.microsoft.com/office/powerpoint/2010/main" val="23437073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83A8F6-F979-A948-9E97-51A38426511E}"/>
              </a:ext>
            </a:extLst>
          </p:cNvPr>
          <p:cNvSpPr>
            <a:spLocks noGrp="1"/>
          </p:cNvSpPr>
          <p:nvPr>
            <p:ph type="title"/>
          </p:nvPr>
        </p:nvSpPr>
        <p:spPr>
          <a:xfrm>
            <a:off x="629841" y="457200"/>
            <a:ext cx="2949178" cy="160020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BCDC9482-4942-9A42-9B6B-9A6D0C3F57D2}"/>
              </a:ext>
            </a:extLst>
          </p:cNvPr>
          <p:cNvSpPr>
            <a:spLocks noGrp="1"/>
          </p:cNvSpPr>
          <p:nvPr>
            <p:ph type="pic" idx="1"/>
          </p:nvPr>
        </p:nvSpPr>
        <p:spPr>
          <a:xfrm>
            <a:off x="3887391" y="987428"/>
            <a:ext cx="4629150" cy="4873625"/>
          </a:xfrm>
        </p:spPr>
        <p:txBody>
          <a:bodyPr/>
          <a:lstStyle>
            <a:lvl1pPr marL="0" indent="0">
              <a:buNone/>
              <a:defRPr sz="2400"/>
            </a:lvl1pPr>
            <a:lvl2pPr marL="342892" indent="0">
              <a:buNone/>
              <a:defRPr sz="2100"/>
            </a:lvl2pPr>
            <a:lvl3pPr marL="685783" indent="0">
              <a:buNone/>
              <a:defRPr sz="1800"/>
            </a:lvl3pPr>
            <a:lvl4pPr marL="1028675" indent="0">
              <a:buNone/>
              <a:defRPr sz="1500"/>
            </a:lvl4pPr>
            <a:lvl5pPr marL="1371566" indent="0">
              <a:buNone/>
              <a:defRPr sz="1500"/>
            </a:lvl5pPr>
            <a:lvl6pPr marL="1714457" indent="0">
              <a:buNone/>
              <a:defRPr sz="1500"/>
            </a:lvl6pPr>
            <a:lvl7pPr marL="2057348" indent="0">
              <a:buNone/>
              <a:defRPr sz="1500"/>
            </a:lvl7pPr>
            <a:lvl8pPr marL="2400240" indent="0">
              <a:buNone/>
              <a:defRPr sz="1500"/>
            </a:lvl8pPr>
            <a:lvl9pPr marL="2743132" indent="0">
              <a:buNone/>
              <a:defRPr sz="1500"/>
            </a:lvl9pPr>
          </a:lstStyle>
          <a:p>
            <a:r>
              <a:rPr lang="en-US"/>
              <a:t>Click icon to add picture</a:t>
            </a:r>
          </a:p>
        </p:txBody>
      </p:sp>
      <p:sp>
        <p:nvSpPr>
          <p:cNvPr id="4" name="Text Placeholder 3">
            <a:extLst>
              <a:ext uri="{FF2B5EF4-FFF2-40B4-BE49-F238E27FC236}">
                <a16:creationId xmlns:a16="http://schemas.microsoft.com/office/drawing/2014/main" id="{B1ABD93E-E334-794F-AAA4-ED2738BD9FF2}"/>
              </a:ext>
            </a:extLst>
          </p:cNvPr>
          <p:cNvSpPr>
            <a:spLocks noGrp="1"/>
          </p:cNvSpPr>
          <p:nvPr>
            <p:ph type="body" sz="half" idx="2"/>
          </p:nvPr>
        </p:nvSpPr>
        <p:spPr>
          <a:xfrm>
            <a:off x="629841" y="2057400"/>
            <a:ext cx="2949178" cy="3811588"/>
          </a:xfrm>
        </p:spPr>
        <p:txBody>
          <a:bodyPr/>
          <a:lstStyle>
            <a:lvl1pPr marL="0" indent="0">
              <a:buNone/>
              <a:defRPr sz="1200"/>
            </a:lvl1pPr>
            <a:lvl2pPr marL="342892" indent="0">
              <a:buNone/>
              <a:defRPr sz="1050"/>
            </a:lvl2pPr>
            <a:lvl3pPr marL="685783" indent="0">
              <a:buNone/>
              <a:defRPr sz="900"/>
            </a:lvl3pPr>
            <a:lvl4pPr marL="1028675" indent="0">
              <a:buNone/>
              <a:defRPr sz="750"/>
            </a:lvl4pPr>
            <a:lvl5pPr marL="1371566" indent="0">
              <a:buNone/>
              <a:defRPr sz="750"/>
            </a:lvl5pPr>
            <a:lvl6pPr marL="1714457" indent="0">
              <a:buNone/>
              <a:defRPr sz="750"/>
            </a:lvl6pPr>
            <a:lvl7pPr marL="2057348" indent="0">
              <a:buNone/>
              <a:defRPr sz="750"/>
            </a:lvl7pPr>
            <a:lvl8pPr marL="2400240" indent="0">
              <a:buNone/>
              <a:defRPr sz="750"/>
            </a:lvl8pPr>
            <a:lvl9pPr marL="2743132"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BFF2F737-FC71-3D41-A122-65FFC918677F}"/>
              </a:ext>
            </a:extLst>
          </p:cNvPr>
          <p:cNvSpPr>
            <a:spLocks noGrp="1"/>
          </p:cNvSpPr>
          <p:nvPr>
            <p:ph type="dt" sz="half" idx="10"/>
          </p:nvPr>
        </p:nvSpPr>
        <p:spPr/>
        <p:txBody>
          <a:bodyPr/>
          <a:lstStyle/>
          <a:p>
            <a:fld id="{C171DC17-4A50-5F49-AEC7-C955C81B92E5}" type="datetimeFigureOut">
              <a:rPr lang="en-US" smtClean="0"/>
              <a:t>11/24/2025</a:t>
            </a:fld>
            <a:endParaRPr lang="en-US"/>
          </a:p>
        </p:txBody>
      </p:sp>
      <p:sp>
        <p:nvSpPr>
          <p:cNvPr id="6" name="Footer Placeholder 5">
            <a:extLst>
              <a:ext uri="{FF2B5EF4-FFF2-40B4-BE49-F238E27FC236}">
                <a16:creationId xmlns:a16="http://schemas.microsoft.com/office/drawing/2014/main" id="{59A97691-9973-4B46-AE83-6A5F333C7FA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0899189-E24D-B94A-A884-A8AF80D2CBC1}"/>
              </a:ext>
            </a:extLst>
          </p:cNvPr>
          <p:cNvSpPr>
            <a:spLocks noGrp="1"/>
          </p:cNvSpPr>
          <p:nvPr>
            <p:ph type="sldNum" sz="quarter" idx="12"/>
          </p:nvPr>
        </p:nvSpPr>
        <p:spPr/>
        <p:txBody>
          <a:bodyPr/>
          <a:lstStyle/>
          <a:p>
            <a:fld id="{09B8F8C4-05A7-DC4E-8BB7-4202EC4ACBF7}" type="slidenum">
              <a:rPr lang="en-US" smtClean="0"/>
              <a:t>‹#›</a:t>
            </a:fld>
            <a:endParaRPr lang="en-US"/>
          </a:p>
        </p:txBody>
      </p:sp>
    </p:spTree>
    <p:extLst>
      <p:ext uri="{BB962C8B-B14F-4D97-AF65-F5344CB8AC3E}">
        <p14:creationId xmlns:p14="http://schemas.microsoft.com/office/powerpoint/2010/main" val="32772483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739EF-4096-1A49-9AD4-0655F121AD3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1E2AF70-1E65-534B-9153-913A0A9E459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CECE82-C65F-6B43-ABA4-3EB664450EAF}"/>
              </a:ext>
            </a:extLst>
          </p:cNvPr>
          <p:cNvSpPr>
            <a:spLocks noGrp="1"/>
          </p:cNvSpPr>
          <p:nvPr>
            <p:ph type="dt" sz="half" idx="10"/>
          </p:nvPr>
        </p:nvSpPr>
        <p:spPr/>
        <p:txBody>
          <a:bodyPr/>
          <a:lstStyle/>
          <a:p>
            <a:fld id="{C171DC17-4A50-5F49-AEC7-C955C81B92E5}" type="datetimeFigureOut">
              <a:rPr lang="en-US" smtClean="0"/>
              <a:t>11/24/2025</a:t>
            </a:fld>
            <a:endParaRPr lang="en-US"/>
          </a:p>
        </p:txBody>
      </p:sp>
      <p:sp>
        <p:nvSpPr>
          <p:cNvPr id="5" name="Footer Placeholder 4">
            <a:extLst>
              <a:ext uri="{FF2B5EF4-FFF2-40B4-BE49-F238E27FC236}">
                <a16:creationId xmlns:a16="http://schemas.microsoft.com/office/drawing/2014/main" id="{74C09C77-D8D0-FB43-910C-1F49030654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21FDC7-F78C-EE40-982D-9189AE7D300F}"/>
              </a:ext>
            </a:extLst>
          </p:cNvPr>
          <p:cNvSpPr>
            <a:spLocks noGrp="1"/>
          </p:cNvSpPr>
          <p:nvPr>
            <p:ph type="sldNum" sz="quarter" idx="12"/>
          </p:nvPr>
        </p:nvSpPr>
        <p:spPr/>
        <p:txBody>
          <a:bodyPr/>
          <a:lstStyle/>
          <a:p>
            <a:fld id="{09B8F8C4-05A7-DC4E-8BB7-4202EC4ACBF7}" type="slidenum">
              <a:rPr lang="en-US" smtClean="0"/>
              <a:t>‹#›</a:t>
            </a:fld>
            <a:endParaRPr lang="en-US"/>
          </a:p>
        </p:txBody>
      </p:sp>
    </p:spTree>
    <p:extLst>
      <p:ext uri="{BB962C8B-B14F-4D97-AF65-F5344CB8AC3E}">
        <p14:creationId xmlns:p14="http://schemas.microsoft.com/office/powerpoint/2010/main" val="4611022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4CDA1A7-5913-1444-B7D0-0B55BA2D780D}"/>
              </a:ext>
            </a:extLst>
          </p:cNvPr>
          <p:cNvSpPr>
            <a:spLocks noGrp="1"/>
          </p:cNvSpPr>
          <p:nvPr>
            <p:ph type="title" orient="vert"/>
          </p:nvPr>
        </p:nvSpPr>
        <p:spPr>
          <a:xfrm>
            <a:off x="6543676" y="365125"/>
            <a:ext cx="1971675"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F705413-85D9-A548-83D7-268A900CCCD2}"/>
              </a:ext>
            </a:extLst>
          </p:cNvPr>
          <p:cNvSpPr>
            <a:spLocks noGrp="1"/>
          </p:cNvSpPr>
          <p:nvPr>
            <p:ph type="body" orient="vert" idx="1"/>
          </p:nvPr>
        </p:nvSpPr>
        <p:spPr>
          <a:xfrm>
            <a:off x="628651"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3033B9-EFDB-514F-8EDA-0D81C8C4597F}"/>
              </a:ext>
            </a:extLst>
          </p:cNvPr>
          <p:cNvSpPr>
            <a:spLocks noGrp="1"/>
          </p:cNvSpPr>
          <p:nvPr>
            <p:ph type="dt" sz="half" idx="10"/>
          </p:nvPr>
        </p:nvSpPr>
        <p:spPr/>
        <p:txBody>
          <a:bodyPr/>
          <a:lstStyle/>
          <a:p>
            <a:fld id="{C171DC17-4A50-5F49-AEC7-C955C81B92E5}" type="datetimeFigureOut">
              <a:rPr lang="en-US" smtClean="0"/>
              <a:t>11/24/2025</a:t>
            </a:fld>
            <a:endParaRPr lang="en-US"/>
          </a:p>
        </p:txBody>
      </p:sp>
      <p:sp>
        <p:nvSpPr>
          <p:cNvPr id="5" name="Footer Placeholder 4">
            <a:extLst>
              <a:ext uri="{FF2B5EF4-FFF2-40B4-BE49-F238E27FC236}">
                <a16:creationId xmlns:a16="http://schemas.microsoft.com/office/drawing/2014/main" id="{A34CC90F-E680-5346-AB4F-9742715769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3E2FA6-882C-6645-8A51-A07C0F719F5F}"/>
              </a:ext>
            </a:extLst>
          </p:cNvPr>
          <p:cNvSpPr>
            <a:spLocks noGrp="1"/>
          </p:cNvSpPr>
          <p:nvPr>
            <p:ph type="sldNum" sz="quarter" idx="12"/>
          </p:nvPr>
        </p:nvSpPr>
        <p:spPr/>
        <p:txBody>
          <a:bodyPr/>
          <a:lstStyle/>
          <a:p>
            <a:fld id="{09B8F8C4-05A7-DC4E-8BB7-4202EC4ACBF7}" type="slidenum">
              <a:rPr lang="en-US" smtClean="0"/>
              <a:t>‹#›</a:t>
            </a:fld>
            <a:endParaRPr lang="en-US"/>
          </a:p>
        </p:txBody>
      </p:sp>
    </p:spTree>
    <p:extLst>
      <p:ext uri="{BB962C8B-B14F-4D97-AF65-F5344CB8AC3E}">
        <p14:creationId xmlns:p14="http://schemas.microsoft.com/office/powerpoint/2010/main" val="21765428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69A89C3-E6FA-684D-8BAE-1760B34F554E}"/>
              </a:ext>
            </a:extLst>
          </p:cNvPr>
          <p:cNvSpPr/>
          <p:nvPr userDrawn="1"/>
        </p:nvSpPr>
        <p:spPr>
          <a:xfrm>
            <a:off x="0" y="6356350"/>
            <a:ext cx="9144000" cy="50165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350"/>
          </a:p>
        </p:txBody>
      </p:sp>
      <p:sp>
        <p:nvSpPr>
          <p:cNvPr id="2" name="Title Placeholder 1">
            <a:extLst>
              <a:ext uri="{FF2B5EF4-FFF2-40B4-BE49-F238E27FC236}">
                <a16:creationId xmlns:a16="http://schemas.microsoft.com/office/drawing/2014/main" id="{8871C330-0F02-8249-82EC-9F3A278C0AB8}"/>
              </a:ext>
            </a:extLst>
          </p:cNvPr>
          <p:cNvSpPr>
            <a:spLocks noGrp="1"/>
          </p:cNvSpPr>
          <p:nvPr>
            <p:ph type="title"/>
          </p:nvPr>
        </p:nvSpPr>
        <p:spPr>
          <a:xfrm>
            <a:off x="628650" y="365128"/>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653E27E-2040-824D-B637-1C07F3E0626C}"/>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8FD629B-BAF4-A343-8BF1-1572AB380340}"/>
              </a:ext>
            </a:extLst>
          </p:cNvPr>
          <p:cNvSpPr>
            <a:spLocks noGrp="1"/>
          </p:cNvSpPr>
          <p:nvPr>
            <p:ph type="dt" sz="half" idx="2"/>
          </p:nvPr>
        </p:nvSpPr>
        <p:spPr>
          <a:xfrm>
            <a:off x="628650" y="6428271"/>
            <a:ext cx="2057400" cy="365125"/>
          </a:xfrm>
          <a:prstGeom prst="rect">
            <a:avLst/>
          </a:prstGeom>
        </p:spPr>
        <p:txBody>
          <a:bodyPr vert="horz" lIns="91440" tIns="45720" rIns="91440" bIns="45720" rtlCol="0" anchor="ctr"/>
          <a:lstStyle>
            <a:lvl1pPr algn="l">
              <a:defRPr sz="900">
                <a:solidFill>
                  <a:schemeClr val="bg1"/>
                </a:solidFill>
              </a:defRPr>
            </a:lvl1pPr>
          </a:lstStyle>
          <a:p>
            <a:fld id="{C171DC17-4A50-5F49-AEC7-C955C81B92E5}" type="datetimeFigureOut">
              <a:rPr lang="en-US" smtClean="0"/>
              <a:pPr/>
              <a:t>11/24/2025</a:t>
            </a:fld>
            <a:endParaRPr lang="en-US" dirty="0"/>
          </a:p>
        </p:txBody>
      </p:sp>
      <p:sp>
        <p:nvSpPr>
          <p:cNvPr id="5" name="Footer Placeholder 4">
            <a:extLst>
              <a:ext uri="{FF2B5EF4-FFF2-40B4-BE49-F238E27FC236}">
                <a16:creationId xmlns:a16="http://schemas.microsoft.com/office/drawing/2014/main" id="{1861F82B-A72E-B848-BB19-0207CDE46B40}"/>
              </a:ext>
            </a:extLst>
          </p:cNvPr>
          <p:cNvSpPr>
            <a:spLocks noGrp="1"/>
          </p:cNvSpPr>
          <p:nvPr>
            <p:ph type="ftr" sz="quarter" idx="3"/>
          </p:nvPr>
        </p:nvSpPr>
        <p:spPr>
          <a:xfrm>
            <a:off x="3028950" y="6428271"/>
            <a:ext cx="3086100" cy="365125"/>
          </a:xfrm>
          <a:prstGeom prst="rect">
            <a:avLst/>
          </a:prstGeom>
        </p:spPr>
        <p:txBody>
          <a:bodyPr vert="horz" lIns="91440" tIns="45720" rIns="91440" bIns="45720" rtlCol="0" anchor="ctr"/>
          <a:lstStyle>
            <a:lvl1pPr algn="ctr">
              <a:defRPr sz="900">
                <a:solidFill>
                  <a:schemeClr val="bg1"/>
                </a:solidFill>
              </a:defRPr>
            </a:lvl1pPr>
          </a:lstStyle>
          <a:p>
            <a:endParaRPr lang="en-US" dirty="0"/>
          </a:p>
        </p:txBody>
      </p:sp>
      <p:sp>
        <p:nvSpPr>
          <p:cNvPr id="6" name="Slide Number Placeholder 5">
            <a:extLst>
              <a:ext uri="{FF2B5EF4-FFF2-40B4-BE49-F238E27FC236}">
                <a16:creationId xmlns:a16="http://schemas.microsoft.com/office/drawing/2014/main" id="{8B1620FE-B066-7C49-9BDF-AF56CC193DE1}"/>
              </a:ext>
            </a:extLst>
          </p:cNvPr>
          <p:cNvSpPr>
            <a:spLocks noGrp="1"/>
          </p:cNvSpPr>
          <p:nvPr>
            <p:ph type="sldNum" sz="quarter" idx="4"/>
          </p:nvPr>
        </p:nvSpPr>
        <p:spPr>
          <a:xfrm>
            <a:off x="6457950" y="6428271"/>
            <a:ext cx="2057400" cy="365125"/>
          </a:xfrm>
          <a:prstGeom prst="rect">
            <a:avLst/>
          </a:prstGeom>
        </p:spPr>
        <p:txBody>
          <a:bodyPr vert="horz" lIns="91440" tIns="45720" rIns="91440" bIns="45720" rtlCol="0" anchor="ctr"/>
          <a:lstStyle>
            <a:lvl1pPr algn="r">
              <a:defRPr sz="900">
                <a:solidFill>
                  <a:schemeClr val="bg1"/>
                </a:solidFill>
              </a:defRPr>
            </a:lvl1pPr>
          </a:lstStyle>
          <a:p>
            <a:fld id="{09B8F8C4-05A7-DC4E-8BB7-4202EC4ACBF7}" type="slidenum">
              <a:rPr lang="en-US" smtClean="0"/>
              <a:pPr/>
              <a:t>‹#›</a:t>
            </a:fld>
            <a:endParaRPr lang="en-US"/>
          </a:p>
        </p:txBody>
      </p:sp>
      <p:pic>
        <p:nvPicPr>
          <p:cNvPr id="8" name="Picture 7" descr="Logo&#10;&#10;Description automatically generated">
            <a:extLst>
              <a:ext uri="{FF2B5EF4-FFF2-40B4-BE49-F238E27FC236}">
                <a16:creationId xmlns:a16="http://schemas.microsoft.com/office/drawing/2014/main" id="{3CECA701-B4E9-7A48-A404-CF6B6C4E1E5A}"/>
              </a:ext>
            </a:extLst>
          </p:cNvPr>
          <p:cNvPicPr>
            <a:picLocks noChangeAspect="1"/>
          </p:cNvPicPr>
          <p:nvPr userDrawn="1"/>
        </p:nvPicPr>
        <p:blipFill>
          <a:blip r:embed="rId14"/>
          <a:stretch>
            <a:fillRect/>
          </a:stretch>
        </p:blipFill>
        <p:spPr>
          <a:xfrm>
            <a:off x="8034651" y="185741"/>
            <a:ext cx="961397" cy="1325563"/>
          </a:xfrm>
          <a:prstGeom prst="rect">
            <a:avLst/>
          </a:prstGeom>
        </p:spPr>
      </p:pic>
    </p:spTree>
    <p:extLst>
      <p:ext uri="{BB962C8B-B14F-4D97-AF65-F5344CB8AC3E}">
        <p14:creationId xmlns:p14="http://schemas.microsoft.com/office/powerpoint/2010/main" val="3793877359"/>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l" defTabSz="685783" rtl="0" eaLnBrk="1" latinLnBrk="0" hangingPunct="1">
        <a:lnSpc>
          <a:spcPct val="90000"/>
        </a:lnSpc>
        <a:spcBef>
          <a:spcPct val="0"/>
        </a:spcBef>
        <a:buNone/>
        <a:defRPr sz="3300" kern="1200">
          <a:solidFill>
            <a:schemeClr val="accent1"/>
          </a:solidFill>
          <a:latin typeface="+mj-lt"/>
          <a:ea typeface="+mj-ea"/>
          <a:cs typeface="+mj-cs"/>
        </a:defRPr>
      </a:lvl1pPr>
    </p:titleStyle>
    <p:bodyStyle>
      <a:lvl1pPr marL="171446" indent="-171446" algn="l" defTabSz="685783" rtl="0" eaLnBrk="1" latinLnBrk="0" hangingPunct="1">
        <a:lnSpc>
          <a:spcPct val="90000"/>
        </a:lnSpc>
        <a:spcBef>
          <a:spcPts val="750"/>
        </a:spcBef>
        <a:buFont typeface="Arial" panose="020B0604020202020204" pitchFamily="34" charset="0"/>
        <a:buChar char="•"/>
        <a:defRPr sz="2100" kern="1200">
          <a:solidFill>
            <a:schemeClr val="tx1"/>
          </a:solidFill>
          <a:latin typeface="Arial" panose="020B0604020202020204" pitchFamily="34" charset="0"/>
          <a:ea typeface="+mn-ea"/>
          <a:cs typeface="Arial" panose="020B0604020202020204" pitchFamily="34" charset="0"/>
        </a:defRPr>
      </a:lvl1pPr>
      <a:lvl2pPr marL="514337" indent="-171446" algn="l" defTabSz="685783" rtl="0" eaLnBrk="1" latinLnBrk="0" hangingPunct="1">
        <a:lnSpc>
          <a:spcPct val="90000"/>
        </a:lnSpc>
        <a:spcBef>
          <a:spcPts val="375"/>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2pPr>
      <a:lvl3pPr marL="857228" indent="-171446" algn="l" defTabSz="685783" rtl="0" eaLnBrk="1" latinLnBrk="0" hangingPunct="1">
        <a:lnSpc>
          <a:spcPct val="90000"/>
        </a:lnSpc>
        <a:spcBef>
          <a:spcPts val="375"/>
        </a:spcBef>
        <a:buFont typeface="Arial" panose="020B0604020202020204" pitchFamily="34" charset="0"/>
        <a:buChar char="•"/>
        <a:defRPr sz="1500" kern="1200">
          <a:solidFill>
            <a:schemeClr val="tx1"/>
          </a:solidFill>
          <a:latin typeface="Arial" panose="020B0604020202020204" pitchFamily="34" charset="0"/>
          <a:ea typeface="+mn-ea"/>
          <a:cs typeface="Arial" panose="020B0604020202020204" pitchFamily="34" charset="0"/>
        </a:defRPr>
      </a:lvl3pPr>
      <a:lvl4pPr marL="1200120"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Arial" panose="020B0604020202020204" pitchFamily="34" charset="0"/>
          <a:ea typeface="+mn-ea"/>
          <a:cs typeface="Arial" panose="020B0604020202020204" pitchFamily="34" charset="0"/>
        </a:defRPr>
      </a:lvl4pPr>
      <a:lvl5pPr marL="1543012"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Arial" panose="020B0604020202020204" pitchFamily="34" charset="0"/>
          <a:ea typeface="+mn-ea"/>
          <a:cs typeface="Arial" panose="020B0604020202020204" pitchFamily="34" charset="0"/>
        </a:defRPr>
      </a:lvl5pPr>
      <a:lvl6pPr marL="1885903"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795"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686"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577" indent="-171446" algn="l" defTabSz="685783"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Road Sign Detection with YOLOv11</a:t>
            </a:r>
          </a:p>
        </p:txBody>
      </p:sp>
      <p:sp>
        <p:nvSpPr>
          <p:cNvPr id="3" name="Subtitle 2"/>
          <p:cNvSpPr>
            <a:spLocks noGrp="1"/>
          </p:cNvSpPr>
          <p:nvPr>
            <p:ph type="subTitle" idx="1"/>
          </p:nvPr>
        </p:nvSpPr>
        <p:spPr/>
        <p:txBody>
          <a:bodyPr/>
          <a:lstStyle/>
          <a:p>
            <a:r>
              <a:t>Chase Hall</a:t>
            </a:r>
          </a:p>
          <a:p>
            <a:r>
              <a:t>CS-440 — Drones &amp; Mapping</a:t>
            </a:r>
          </a:p>
          <a:p>
            <a:r>
              <a:t>Final Project Presentation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Dataset Overview</a:t>
            </a:r>
          </a:p>
        </p:txBody>
      </p:sp>
      <p:sp>
        <p:nvSpPr>
          <p:cNvPr id="3" name="Content Placeholder 2"/>
          <p:cNvSpPr>
            <a:spLocks noGrp="1"/>
          </p:cNvSpPr>
          <p:nvPr>
            <p:ph idx="1"/>
          </p:nvPr>
        </p:nvSpPr>
        <p:spPr/>
        <p:txBody>
          <a:bodyPr>
            <a:normAutofit lnSpcReduction="10000"/>
          </a:bodyPr>
          <a:lstStyle/>
          <a:p>
            <a:r>
              <a:rPr dirty="0"/>
              <a:t>Data source: Roboflow </a:t>
            </a:r>
            <a:r>
              <a:rPr lang="en-US" dirty="0"/>
              <a:t>dataset created by new-workspace-</a:t>
            </a:r>
            <a:r>
              <a:rPr lang="en-US" dirty="0" err="1"/>
              <a:t>vvjit</a:t>
            </a:r>
            <a:endParaRPr lang="en-US" dirty="0"/>
          </a:p>
          <a:p>
            <a:r>
              <a:rPr dirty="0"/>
              <a:t>4 classes</a:t>
            </a:r>
            <a:endParaRPr lang="en-US" dirty="0"/>
          </a:p>
          <a:p>
            <a:pPr lvl="1"/>
            <a:r>
              <a:rPr dirty="0"/>
              <a:t>crosswalk </a:t>
            </a:r>
            <a:endParaRPr lang="en-US" dirty="0"/>
          </a:p>
          <a:p>
            <a:pPr lvl="1"/>
            <a:r>
              <a:rPr dirty="0"/>
              <a:t>speed limit </a:t>
            </a:r>
            <a:endParaRPr lang="en-US" dirty="0"/>
          </a:p>
          <a:p>
            <a:pPr lvl="1"/>
            <a:r>
              <a:rPr dirty="0"/>
              <a:t>stop </a:t>
            </a:r>
            <a:endParaRPr lang="en-US" dirty="0"/>
          </a:p>
          <a:p>
            <a:pPr lvl="1"/>
            <a:r>
              <a:rPr dirty="0"/>
              <a:t>traffic light.</a:t>
            </a:r>
          </a:p>
          <a:p>
            <a:r>
              <a:rPr dirty="0"/>
              <a:t>Images captured in urban street scenes; mix of different angles, scales, and lighting conditions.</a:t>
            </a:r>
            <a:endParaRPr lang="en-US" dirty="0"/>
          </a:p>
          <a:p>
            <a:r>
              <a:rPr lang="en-US" dirty="0"/>
              <a:t>875 Total images</a:t>
            </a:r>
          </a:p>
          <a:p>
            <a:pPr lvl="1"/>
            <a:r>
              <a:rPr lang="en-US" dirty="0"/>
              <a:t>Training set: 613 images</a:t>
            </a:r>
            <a:endParaRPr dirty="0"/>
          </a:p>
          <a:p>
            <a:pPr lvl="1"/>
            <a:r>
              <a:rPr dirty="0"/>
              <a:t>Validation set: 174 images </a:t>
            </a:r>
            <a:endParaRPr lang="en-US" dirty="0"/>
          </a:p>
          <a:p>
            <a:pPr lvl="1"/>
            <a:r>
              <a:rPr lang="en-US" dirty="0"/>
              <a:t>Test set: 88 images</a:t>
            </a:r>
            <a:endParaRPr dirty="0"/>
          </a:p>
          <a:p>
            <a:r>
              <a:rPr dirty="0"/>
              <a:t>Challenges: small, far-away signs; glare and shadows; cluttered backgrounds.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3363C-0D83-A1BC-7D52-E88337AF3A92}"/>
              </a:ext>
            </a:extLst>
          </p:cNvPr>
          <p:cNvSpPr>
            <a:spLocks noGrp="1"/>
          </p:cNvSpPr>
          <p:nvPr>
            <p:ph type="title"/>
          </p:nvPr>
        </p:nvSpPr>
        <p:spPr>
          <a:xfrm>
            <a:off x="628650" y="365128"/>
            <a:ext cx="7886700" cy="1325563"/>
          </a:xfrm>
        </p:spPr>
        <p:txBody>
          <a:bodyPr anchor="ctr">
            <a:normAutofit/>
          </a:bodyPr>
          <a:lstStyle/>
          <a:p>
            <a:r>
              <a:rPr lang="en-US" dirty="0"/>
              <a:t>Example Images</a:t>
            </a:r>
          </a:p>
        </p:txBody>
      </p:sp>
      <p:pic>
        <p:nvPicPr>
          <p:cNvPr id="5" name="Picture 4">
            <a:extLst>
              <a:ext uri="{FF2B5EF4-FFF2-40B4-BE49-F238E27FC236}">
                <a16:creationId xmlns:a16="http://schemas.microsoft.com/office/drawing/2014/main" id="{32A8D81A-6491-83FE-0624-4D33AD7564E1}"/>
              </a:ext>
            </a:extLst>
          </p:cNvPr>
          <p:cNvPicPr>
            <a:picLocks noChangeAspect="1"/>
          </p:cNvPicPr>
          <p:nvPr/>
        </p:nvPicPr>
        <p:blipFill>
          <a:blip r:embed="rId2"/>
          <a:stretch>
            <a:fillRect/>
          </a:stretch>
        </p:blipFill>
        <p:spPr>
          <a:xfrm>
            <a:off x="4918741" y="1825625"/>
            <a:ext cx="3307017" cy="4351338"/>
          </a:xfrm>
          <a:prstGeom prst="rect">
            <a:avLst/>
          </a:prstGeom>
          <a:noFill/>
        </p:spPr>
      </p:pic>
      <p:pic>
        <p:nvPicPr>
          <p:cNvPr id="7" name="Picture 6">
            <a:extLst>
              <a:ext uri="{FF2B5EF4-FFF2-40B4-BE49-F238E27FC236}">
                <a16:creationId xmlns:a16="http://schemas.microsoft.com/office/drawing/2014/main" id="{769A0865-0275-847B-DC7B-3EBB8521BB22}"/>
              </a:ext>
            </a:extLst>
          </p:cNvPr>
          <p:cNvPicPr>
            <a:picLocks noChangeAspect="1"/>
          </p:cNvPicPr>
          <p:nvPr/>
        </p:nvPicPr>
        <p:blipFill>
          <a:blip r:embed="rId3"/>
          <a:stretch>
            <a:fillRect/>
          </a:stretch>
        </p:blipFill>
        <p:spPr>
          <a:xfrm>
            <a:off x="617885" y="2766632"/>
            <a:ext cx="3896965" cy="2589140"/>
          </a:xfrm>
          <a:prstGeom prst="rect">
            <a:avLst/>
          </a:prstGeom>
        </p:spPr>
      </p:pic>
    </p:spTree>
    <p:extLst>
      <p:ext uri="{BB962C8B-B14F-4D97-AF65-F5344CB8AC3E}">
        <p14:creationId xmlns:p14="http://schemas.microsoft.com/office/powerpoint/2010/main" val="8363030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Model Architecture &amp; Training Setup</a:t>
            </a:r>
          </a:p>
        </p:txBody>
      </p:sp>
      <p:sp>
        <p:nvSpPr>
          <p:cNvPr id="3" name="Content Placeholder 2"/>
          <p:cNvSpPr>
            <a:spLocks noGrp="1"/>
          </p:cNvSpPr>
          <p:nvPr>
            <p:ph idx="1"/>
          </p:nvPr>
        </p:nvSpPr>
        <p:spPr/>
        <p:txBody>
          <a:bodyPr/>
          <a:lstStyle/>
          <a:p>
            <a:r>
              <a:rPr dirty="0"/>
              <a:t> Model: YOLOv11n </a:t>
            </a:r>
            <a:endParaRPr lang="en-US" dirty="0"/>
          </a:p>
          <a:p>
            <a:r>
              <a:rPr dirty="0"/>
              <a:t> Input image size: 640×640.</a:t>
            </a:r>
          </a:p>
          <a:p>
            <a:r>
              <a:rPr lang="en-US" dirty="0"/>
              <a:t> </a:t>
            </a:r>
            <a:r>
              <a:rPr dirty="0"/>
              <a:t>Training configuration:</a:t>
            </a:r>
          </a:p>
          <a:p>
            <a:pPr lvl="1"/>
            <a:r>
              <a:rPr dirty="0"/>
              <a:t>25 epochs</a:t>
            </a:r>
            <a:endParaRPr lang="en-US" dirty="0"/>
          </a:p>
          <a:p>
            <a:pPr lvl="1"/>
            <a:r>
              <a:rPr dirty="0"/>
              <a:t> Batch size: 16</a:t>
            </a:r>
            <a:endParaRPr lang="en-US" dirty="0"/>
          </a:p>
          <a:p>
            <a:pPr lvl="1"/>
            <a:r>
              <a:rPr dirty="0"/>
              <a:t>Data config: </a:t>
            </a:r>
            <a:r>
              <a:rPr dirty="0" err="1"/>
              <a:t>data.yaml</a:t>
            </a:r>
            <a:r>
              <a:rPr dirty="0"/>
              <a:t> from Roboflow export</a:t>
            </a:r>
          </a:p>
          <a:p>
            <a:r>
              <a:rPr dirty="0"/>
              <a:t>Training environment: Google Colab </a:t>
            </a:r>
            <a:endParaRPr lang="en-US" dirty="0"/>
          </a:p>
          <a:p>
            <a:r>
              <a:rPr dirty="0"/>
              <a:t>Goal: good accuracy while keeping the model small enough for real-time use on drones or edge devices.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Results Summary</a:t>
            </a:r>
          </a:p>
        </p:txBody>
      </p:sp>
      <p:sp>
        <p:nvSpPr>
          <p:cNvPr id="3" name="Content Placeholder 2"/>
          <p:cNvSpPr>
            <a:spLocks noGrp="1"/>
          </p:cNvSpPr>
          <p:nvPr>
            <p:ph idx="1"/>
          </p:nvPr>
        </p:nvSpPr>
        <p:spPr/>
        <p:txBody>
          <a:bodyPr>
            <a:normAutofit fontScale="92500" lnSpcReduction="10000"/>
          </a:bodyPr>
          <a:lstStyle/>
          <a:p>
            <a:pPr marL="0" indent="0">
              <a:buNone/>
            </a:pPr>
            <a:r>
              <a:rPr dirty="0"/>
              <a:t>Overall validation performance (all classes):</a:t>
            </a:r>
          </a:p>
          <a:p>
            <a:pPr marL="0" indent="0">
              <a:buNone/>
            </a:pPr>
            <a:r>
              <a:rPr dirty="0"/>
              <a:t>• Images: 174   |  Instances: 232</a:t>
            </a:r>
          </a:p>
          <a:p>
            <a:pPr marL="0" indent="0">
              <a:buNone/>
            </a:pPr>
            <a:r>
              <a:rPr dirty="0"/>
              <a:t>• Mean Precision (</a:t>
            </a:r>
            <a:r>
              <a:rPr dirty="0" err="1"/>
              <a:t>mP</a:t>
            </a:r>
            <a:r>
              <a:rPr dirty="0"/>
              <a:t>): 0.968  (~97%)</a:t>
            </a:r>
          </a:p>
          <a:p>
            <a:pPr marL="0" indent="0">
              <a:buNone/>
            </a:pPr>
            <a:r>
              <a:rPr dirty="0"/>
              <a:t>• Mean Recall (</a:t>
            </a:r>
            <a:r>
              <a:rPr dirty="0" err="1"/>
              <a:t>mR</a:t>
            </a:r>
            <a:r>
              <a:rPr dirty="0"/>
              <a:t>): 0.943     (~94%)</a:t>
            </a:r>
          </a:p>
          <a:p>
            <a:pPr marL="0" indent="0">
              <a:buNone/>
            </a:pPr>
            <a:r>
              <a:rPr dirty="0"/>
              <a:t>• mAP@0.5: 0.957              (~96%)</a:t>
            </a:r>
          </a:p>
          <a:p>
            <a:pPr marL="0" indent="0">
              <a:buNone/>
            </a:pPr>
            <a:r>
              <a:rPr dirty="0"/>
              <a:t>• mAP@0.5:0.95: 0.811         (~81%)</a:t>
            </a:r>
          </a:p>
          <a:p>
            <a:endParaRPr dirty="0"/>
          </a:p>
          <a:p>
            <a:pPr marL="0" indent="0">
              <a:buNone/>
            </a:pPr>
            <a:r>
              <a:rPr dirty="0"/>
              <a:t>Class-wise highlights:</a:t>
            </a:r>
          </a:p>
          <a:p>
            <a:pPr marL="0" indent="0">
              <a:buNone/>
            </a:pPr>
            <a:r>
              <a:rPr dirty="0"/>
              <a:t>• Speed limit &amp; stop signs: best detection quality (mAP@0.5 ≈ 0.99–1.0).</a:t>
            </a:r>
          </a:p>
          <a:p>
            <a:pPr marL="0" indent="0">
              <a:buNone/>
            </a:pPr>
            <a:r>
              <a:rPr dirty="0"/>
              <a:t>• Crosswalks: strong but slightly lower recall (~0.91).</a:t>
            </a:r>
          </a:p>
          <a:p>
            <a:pPr marL="0" indent="0">
              <a:buNone/>
            </a:pPr>
            <a:r>
              <a:rPr dirty="0"/>
              <a:t>• Traffic lights: most challenging class, especially for precise localization.</a:t>
            </a:r>
          </a:p>
        </p:txBody>
      </p:sp>
      <p:pic>
        <p:nvPicPr>
          <p:cNvPr id="5" name="Picture 4">
            <a:extLst>
              <a:ext uri="{FF2B5EF4-FFF2-40B4-BE49-F238E27FC236}">
                <a16:creationId xmlns:a16="http://schemas.microsoft.com/office/drawing/2014/main" id="{8355596A-B7C4-839D-D6F4-746971460CCB}"/>
              </a:ext>
            </a:extLst>
          </p:cNvPr>
          <p:cNvPicPr>
            <a:picLocks noChangeAspect="1"/>
          </p:cNvPicPr>
          <p:nvPr/>
        </p:nvPicPr>
        <p:blipFill>
          <a:blip r:embed="rId3"/>
          <a:stretch>
            <a:fillRect/>
          </a:stretch>
        </p:blipFill>
        <p:spPr>
          <a:xfrm>
            <a:off x="5766296" y="1825625"/>
            <a:ext cx="3067072" cy="2124091"/>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B90F5EB8-92AC-C7E1-F589-1C146744F3E0}"/>
              </a:ext>
            </a:extLst>
          </p:cNvPr>
          <p:cNvSpPr>
            <a:spLocks noGrp="1"/>
          </p:cNvSpPr>
          <p:nvPr>
            <p:ph type="title"/>
          </p:nvPr>
        </p:nvSpPr>
        <p:spPr>
          <a:xfrm>
            <a:off x="628650" y="365128"/>
            <a:ext cx="7886700" cy="1325563"/>
          </a:xfrm>
        </p:spPr>
        <p:txBody>
          <a:bodyPr/>
          <a:lstStyle/>
          <a:p>
            <a:r>
              <a:rPr lang="en-US" dirty="0"/>
              <a:t>Confusion matrix</a:t>
            </a:r>
          </a:p>
        </p:txBody>
      </p:sp>
      <p:pic>
        <p:nvPicPr>
          <p:cNvPr id="5" name="Picture 4">
            <a:extLst>
              <a:ext uri="{FF2B5EF4-FFF2-40B4-BE49-F238E27FC236}">
                <a16:creationId xmlns:a16="http://schemas.microsoft.com/office/drawing/2014/main" id="{51AC68D5-8B3B-4BB4-FB59-6D58CC29C5BB}"/>
              </a:ext>
            </a:extLst>
          </p:cNvPr>
          <p:cNvPicPr>
            <a:picLocks noChangeAspect="1"/>
          </p:cNvPicPr>
          <p:nvPr/>
        </p:nvPicPr>
        <p:blipFill>
          <a:blip r:embed="rId2"/>
          <a:stretch>
            <a:fillRect/>
          </a:stretch>
        </p:blipFill>
        <p:spPr>
          <a:xfrm>
            <a:off x="1185743" y="1825625"/>
            <a:ext cx="6772513" cy="4351338"/>
          </a:xfrm>
          <a:prstGeom prst="rect">
            <a:avLst/>
          </a:prstGeom>
          <a:noFill/>
        </p:spPr>
      </p:pic>
    </p:spTree>
    <p:extLst>
      <p:ext uri="{BB962C8B-B14F-4D97-AF65-F5344CB8AC3E}">
        <p14:creationId xmlns:p14="http://schemas.microsoft.com/office/powerpoint/2010/main" val="36548675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Reflection on Drone / Mapping Integration</a:t>
            </a:r>
          </a:p>
        </p:txBody>
      </p:sp>
      <p:sp>
        <p:nvSpPr>
          <p:cNvPr id="3" name="Content Placeholder 2"/>
          <p:cNvSpPr>
            <a:spLocks noGrp="1"/>
          </p:cNvSpPr>
          <p:nvPr>
            <p:ph idx="1"/>
          </p:nvPr>
        </p:nvSpPr>
        <p:spPr/>
        <p:txBody>
          <a:bodyPr/>
          <a:lstStyle/>
          <a:p>
            <a:r>
              <a:rPr dirty="0"/>
              <a:t>This model can be deployed on a drone to detect road signs while flying predefined paths.</a:t>
            </a:r>
          </a:p>
          <a:p>
            <a:r>
              <a:rPr dirty="0"/>
              <a:t>Combined with 3D mapping tools (e.g., </a:t>
            </a:r>
            <a:r>
              <a:rPr dirty="0" err="1"/>
              <a:t>MapMadeEasy</a:t>
            </a:r>
            <a:r>
              <a:rPr dirty="0"/>
              <a:t>), detections could be geotagged and visualized.</a:t>
            </a:r>
          </a:p>
          <a:p>
            <a:r>
              <a:rPr dirty="0"/>
              <a:t>Potential applications:</a:t>
            </a:r>
            <a:endParaRPr lang="en-US" dirty="0"/>
          </a:p>
          <a:p>
            <a:pPr lvl="1"/>
            <a:r>
              <a:rPr dirty="0"/>
              <a:t>Updating or verifying road-sign inventories for a campus or</a:t>
            </a:r>
            <a:r>
              <a:rPr lang="en-US" dirty="0"/>
              <a:t> </a:t>
            </a:r>
            <a:r>
              <a:rPr dirty="0"/>
              <a:t>city.</a:t>
            </a:r>
            <a:endParaRPr lang="en-US" dirty="0"/>
          </a:p>
          <a:p>
            <a:pPr lvl="1"/>
            <a:r>
              <a:rPr dirty="0"/>
              <a:t>Flagging missing, damaged, or obstructed signs.</a:t>
            </a:r>
            <a:endParaRPr lang="en-US" dirty="0"/>
          </a:p>
          <a:p>
            <a:pPr lvl="1"/>
            <a:r>
              <a:rPr dirty="0"/>
              <a:t>Supporting navigation or safety alerts for autonomous systems.</a:t>
            </a:r>
          </a:p>
          <a:p>
            <a:r>
              <a:rPr dirty="0"/>
              <a:t>Key constraint: small distant signs are harder to detect reliably from higher altitudes.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32858D-2E45-C5CF-BA6B-4B2CDF355B9E}"/>
              </a:ext>
            </a:extLst>
          </p:cNvPr>
          <p:cNvSpPr>
            <a:spLocks noGrp="1"/>
          </p:cNvSpPr>
          <p:nvPr>
            <p:ph type="title"/>
          </p:nvPr>
        </p:nvSpPr>
        <p:spPr/>
        <p:txBody>
          <a:bodyPr/>
          <a:lstStyle/>
          <a:p>
            <a:r>
              <a:rPr lang="en-US" dirty="0"/>
              <a:t>Lessons Learned &amp; Next Steps</a:t>
            </a:r>
          </a:p>
        </p:txBody>
      </p:sp>
      <p:sp>
        <p:nvSpPr>
          <p:cNvPr id="3" name="Content Placeholder 2">
            <a:extLst>
              <a:ext uri="{FF2B5EF4-FFF2-40B4-BE49-F238E27FC236}">
                <a16:creationId xmlns:a16="http://schemas.microsoft.com/office/drawing/2014/main" id="{C989C59C-5859-A5B4-9865-2CE5BBF8DD33}"/>
              </a:ext>
            </a:extLst>
          </p:cNvPr>
          <p:cNvSpPr>
            <a:spLocks noGrp="1"/>
          </p:cNvSpPr>
          <p:nvPr>
            <p:ph idx="1"/>
          </p:nvPr>
        </p:nvSpPr>
        <p:spPr/>
        <p:txBody>
          <a:bodyPr>
            <a:normAutofit/>
          </a:bodyPr>
          <a:lstStyle/>
          <a:p>
            <a:r>
              <a:rPr lang="en-US" dirty="0"/>
              <a:t>Lessons learned:</a:t>
            </a:r>
          </a:p>
          <a:p>
            <a:pPr lvl="1"/>
            <a:r>
              <a:rPr lang="en-US" dirty="0"/>
              <a:t>Data quality and diversity matter as much as model choice.</a:t>
            </a:r>
          </a:p>
          <a:p>
            <a:pPr lvl="1"/>
            <a:r>
              <a:rPr lang="en-US" dirty="0"/>
              <a:t>Small objects (like far-away signs) are the main failure mode.</a:t>
            </a:r>
          </a:p>
          <a:p>
            <a:pPr lvl="1"/>
            <a:r>
              <a:rPr lang="en-US" dirty="0"/>
              <a:t>Visualization of results (confusion matrix, per-class metrics) helps diagnose issues.</a:t>
            </a:r>
          </a:p>
          <a:p>
            <a:r>
              <a:rPr lang="en-US" dirty="0"/>
              <a:t>Next steps:</a:t>
            </a:r>
          </a:p>
          <a:p>
            <a:pPr lvl="1"/>
            <a:r>
              <a:rPr lang="en-US" dirty="0"/>
              <a:t>Add more images of small/distant signs and night-time conditions.</a:t>
            </a:r>
          </a:p>
          <a:p>
            <a:pPr lvl="1"/>
            <a:r>
              <a:rPr lang="en-US" dirty="0"/>
              <a:t> Experiment with larger YOLOv11 variants (s/m) or fine-tune anchor settings.</a:t>
            </a:r>
          </a:p>
          <a:p>
            <a:pPr lvl="1"/>
            <a:r>
              <a:rPr lang="en-US" dirty="0"/>
              <a:t>Integrate detections into a full drone mapping pipeline with GPS and 3D map overlays.</a:t>
            </a:r>
          </a:p>
          <a:p>
            <a:pPr lvl="1"/>
            <a:r>
              <a:rPr lang="en-US" dirty="0"/>
              <a:t> Explore on-device inference on a small edge computer mounted on the drone.</a:t>
            </a:r>
          </a:p>
          <a:p>
            <a:endParaRPr lang="en-US" dirty="0"/>
          </a:p>
        </p:txBody>
      </p:sp>
    </p:spTree>
    <p:extLst>
      <p:ext uri="{BB962C8B-B14F-4D97-AF65-F5344CB8AC3E}">
        <p14:creationId xmlns:p14="http://schemas.microsoft.com/office/powerpoint/2010/main" val="1427252259"/>
      </p:ext>
    </p:extLst>
  </p:cSld>
  <p:clrMapOvr>
    <a:masterClrMapping/>
  </p:clrMapOvr>
</p:sld>
</file>

<file path=ppt/theme/theme1.xml><?xml version="1.0" encoding="utf-8"?>
<a:theme xmlns:a="http://schemas.openxmlformats.org/drawingml/2006/main" name="Office Theme">
  <a:themeElements>
    <a:clrScheme name="Bellarmine Palette">
      <a:dk1>
        <a:srgbClr val="000000"/>
      </a:dk1>
      <a:lt1>
        <a:srgbClr val="FFFFFF"/>
      </a:lt1>
      <a:dk2>
        <a:srgbClr val="44546A"/>
      </a:dk2>
      <a:lt2>
        <a:srgbClr val="E7E6E6"/>
      </a:lt2>
      <a:accent1>
        <a:srgbClr val="752836"/>
      </a:accent1>
      <a:accent2>
        <a:srgbClr val="697970"/>
      </a:accent2>
      <a:accent3>
        <a:srgbClr val="C8C8C8"/>
      </a:accent3>
      <a:accent4>
        <a:srgbClr val="F7BE00"/>
      </a:accent4>
      <a:accent5>
        <a:srgbClr val="00677F"/>
      </a:accent5>
      <a:accent6>
        <a:srgbClr val="4D4D4D"/>
      </a:accent6>
      <a:hlink>
        <a:srgbClr val="0563C1"/>
      </a:hlink>
      <a:folHlink>
        <a:srgbClr val="954F7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tandard Screen Bellarmine Template" id="{109F2BBD-B805-0C47-8BE1-EE5FD54F39DA}" vid="{7B5311A2-F663-764E-9F9C-04F6C47E4FF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10077</TotalTime>
  <Words>1417</Words>
  <Application>Microsoft Office PowerPoint</Application>
  <PresentationFormat>On-screen Show (4:3)</PresentationFormat>
  <Paragraphs>89</Paragraphs>
  <Slides>8</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Aptos</vt:lpstr>
      <vt:lpstr>Arial</vt:lpstr>
      <vt:lpstr>Office Theme</vt:lpstr>
      <vt:lpstr>Road Sign Detection with YOLOv11</vt:lpstr>
      <vt:lpstr>Dataset Overview</vt:lpstr>
      <vt:lpstr>Example Images</vt:lpstr>
      <vt:lpstr>Model Architecture &amp; Training Setup</vt:lpstr>
      <vt:lpstr>Results Summary</vt:lpstr>
      <vt:lpstr>Confusion matrix</vt:lpstr>
      <vt:lpstr>Reflection on Drone / Mapping Integration</vt:lpstr>
      <vt:lpstr>Lessons Learned &amp; 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Katie Kelty</dc:creator>
  <cp:lastModifiedBy>Chase Hall</cp:lastModifiedBy>
  <cp:revision>6</cp:revision>
  <dcterms:created xsi:type="dcterms:W3CDTF">2020-08-18T15:08:12Z</dcterms:created>
  <dcterms:modified xsi:type="dcterms:W3CDTF">2025-12-01T18:05:48Z</dcterms:modified>
</cp:coreProperties>
</file>